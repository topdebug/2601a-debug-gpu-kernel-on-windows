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8:32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24575,'2'140'0,"-5"154"0,-4-232 0,-24 100 0,0-3 0,25-87 0,5 134 0,4-89 0,-3 618 0,2-691 0,3 0 0,1 0 0,18 62 0,-12-61 0,-3-1 0,-1 1 0,2 58 0,-10-73 0,1 0 0,1 0 0,9 35 0,2 1 0,-3 0 0,-3 0 0,-2 99 0,-5-109 0,14 107 0,-5-122 0,1-1 0,19 48 0,-15-47 0,-7-18 0,-1 1 0,-1 0 0,-1 0 0,0 34 0,-5 101 0,-2-57 0,3 799 0,-1-885 0,-1 0 0,-1 0 0,-1 0 0,0 0 0,-10 25 0,-2 6 0,8-21 0,1 0 0,2 0 0,0 0 0,-1 44 0,7 65-1365,-1-108-5461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8:55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1 24575,'-4'74'0,"-4"0"0,-3 0 0,-21 77 0,-13 73 0,40-195 0,-14 42 0,-2 11 0,18-52-81,1-1-1,2 47 0,0-44-1038,1-10-5706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8:58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24575,'0'19'0,"0"-1"0,0 1 0,2-1 0,0 1 0,2-1 0,-1 0 0,2 0 0,8 21 0,-7-25 0,-2 0 0,0 1 0,0-1 0,-1 1 0,1 29 0,-6 79 0,0-47 0,0-32 0,0-29 0,2 0 0,-1-1 0,2 1 0,0 0 0,0 0 0,6 20 0,2-19-1365,2-5-5461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01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24575,'32'-1'0,"1"-1"0,-1-2 0,0-2 0,54-16 0,-49 9 0,-27 9 0,2-1 0,-1 2 0,0-1 0,1 2 0,19-3 0,-27 5 0,-1 0 0,0 0 0,0 0 0,1 1 0,-1 0 0,0-1 0,0 1 0,0 0 0,0 1 0,0-1 0,0 0 0,0 1 0,0 0 0,0-1 0,-1 1 0,1 0 0,-1 1 0,1-1 0,-1 0 0,0 1 0,0-1 0,0 1 0,0 0 0,0-1 0,1 6 0,1 0 0,-1 1 0,0 0 0,0-1 0,-1 1 0,0 0 0,-1 0 0,0 0 0,0 0 0,-1 0 0,0 1 0,-1-1 0,0 0 0,-1 0 0,1 0 0,-2-1 0,1 1 0,-1 0 0,0-1 0,-7 11 0,-8 16 0,-1-1 0,-2-1 0,-28 34 0,38-53 0,-2 2 0,-1 0 0,-1-2 0,-18 16 0,5-6 0,26-23 0,1 0 0,0 0 0,0 0 0,0 0 0,0 0 0,0 1 0,0-1 0,0 0 0,0 0 0,0 1 0,0-1 0,1 1 0,-1-1 0,0 1 0,1-1 0,-1 1 0,1-1 0,0 1 0,0-1 0,-1 2 0,2-1 0,-1-1 0,1 0 0,-1 0 0,1 0 0,-1 0 0,1 0 0,0 0 0,-1 0 0,1 0 0,0 0 0,0 0 0,0 0 0,0-1 0,0 1 0,0 0 0,0 0 0,0-1 0,0 1 0,0-1 0,1 1 0,10 3 0,0 0 0,0-1 0,0 0 0,15 0 0,-12 0 0,26 3-682,68 1-1,-87-7-6143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06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501 3 24575,'-127'-2'0,"-137"4"0,261-1 0,0-1 0,0 1 0,0-1 0,0 1 0,0 0 0,0 0 0,0 0 0,0 1 0,0-1 0,0 1 0,1-1 0,-1 1 0,1 0 0,-1 0 0,1 0 0,0 1 0,-3 2 0,4-3 0,0-1 0,0 1 0,1-1 0,-1 0 0,0 1 0,1 0 0,-1-1 0,1 1 0,-1-1 0,1 1 0,0 0 0,0-1 0,0 1 0,0-1 0,0 1 0,0 0 0,0-1 0,0 1 0,1 0 0,-1-1 0,1 1 0,-1-1 0,1 1 0,0-1 0,-1 1 0,1-1 0,0 1 0,0-1 0,0 0 0,0 1 0,0-1 0,0 0 0,3 2 0,17 14 0,0-1 0,38 21 0,-21-13 0,32 12 0,3 3 0,-68-35 0,0 0 0,0 1 0,-1 0 0,0-1 0,1 2 0,-1-1 0,-1 0 0,1 1 0,-1 0 0,0 0 0,0 0 0,-1 0 0,0 0 0,0 0 0,0 1 0,-1-1 0,0 0 0,0 1 0,-1 6 0,1 2 0,-1-1 0,-1 0 0,0 0 0,-1 0 0,-1 0 0,0 0 0,-9 25 0,9-34 0,0 0 0,0 0 0,0-1 0,0 1 0,-1-1 0,0 0 0,0 0 0,0 0 0,0 0 0,-1-1 0,0 0 0,-9 5 0,-7 3 0,-35 12 0,42-17 0,0-1 0,0-1 0,0-1 0,-1 0 0,-25 2 0,36-5 0,-1 0 0,1 0 0,-1 0 0,1-1 0,-1 1 0,1-1 0,-1 0 0,1-1 0,0 1 0,0-1 0,0 0 0,0 0 0,0 0 0,0 0 0,0-1 0,1 1 0,-1-1 0,1 0 0,0 0 0,0-1 0,0 1 0,-4-7 0,0 0 0,1-1 0,1 0 0,0 0 0,0-1 0,1 0 0,1 1 0,0-1 0,1 0 0,-2-24 0,3 28 0,1 0 0,1 1 0,-1-1 0,1 0 0,0 1 0,1-1 0,0 0 0,0 1 0,1 0 0,0 0 0,0 0 0,1 0 0,0 0 0,0 0 0,0 1 0,10-10 0,-9 10 0,1 0 0,0 1 0,0 0 0,1 0 0,-1 0 0,1 1 0,0 0 0,0 0 0,1 1 0,-1 0 0,1 0 0,0 0 0,0 1 0,-1 1 0,1-1 0,1 1 0,-1 1 0,0-1 0,11 2 0,26 0 0,-24 1 0,0-1 0,-1-1 0,1-2 0,38-6 0,-54 7 0,-1 0 0,1 0 0,-1-1 0,1 0 0,-1 0 0,0 0 0,0 0 0,0-1 0,0 0 0,0 1 0,-1-2 0,1 1 0,-1 0 0,0-1 0,0 1 0,0-1 0,0 0 0,-1 0 0,1 0 0,-1 0 0,0 0 0,0-1 0,-1 1 0,1-1 0,-1 1 0,1-9 0,0-9-276,0 0-1,-3-23 0,1 38-258,-1-15-6291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10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24575,'22'0'0,"-1"1"0,1 1 0,0 1 0,0 1 0,-1 1 0,0 1 0,36 14 0,-52-17 0,-1-1 0,0 1 0,0 0 0,0 0 0,0 0 0,0 1 0,-1-1 0,1 1 0,-1 0 0,0 0 0,0 0 0,0 1 0,-1-1 0,0 0 0,0 1 0,0 0 0,0 0 0,-1-1 0,1 1 0,0 8 0,1 4 0,-2 0 0,0 1 0,0-1 0,-4 29 0,2-40 0,1 1 0,-1-1 0,-1 0 0,1 1 0,-1-1 0,0 0 0,-1 0 0,0 0 0,0 0 0,0 0 0,0-1 0,-1 0 0,0 1 0,0-1 0,0 0 0,-1-1 0,0 1 0,0-1 0,-6 5 0,-192 153 0,198-158 0,3-2 0,-1 0 0,1-1 0,0 1 0,0 0 0,0 0 0,0 0 0,0 0 0,-2 4 0,6 3 0,15 0 0,8-5 0,1 0 0,-1-2 0,1 0 0,-1-2 0,30-3 0,9 1 0,42 1-1365,-85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21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24575,'-2'52'0,"1"-34"0,0 0 0,1 0 0,1 0 0,0 0 0,6 24 0,-6-39 0,0 0 0,1-1 0,-1 1 0,1 0 0,-1-1 0,1 0 0,0 1 0,0-1 0,0 0 0,0 0 0,0 0 0,0 0 0,0 0 0,1 0 0,-1-1 0,1 1 0,0-1 0,-1 0 0,1 0 0,0 0 0,0 0 0,-1 0 0,1 0 0,4 0 0,9 1 0,-1-1 0,1-1 0,24-2 0,-3 1 0,-28 1 0,-1 0 0,1 1 0,0 0 0,-1 1 0,1 0 0,13 4 0,-20-5 0,1 1 0,0-1 0,-1 1 0,1-1 0,-1 1 0,0 0 0,1 0 0,-1 0 0,0 0 0,0 0 0,0 0 0,-1 1 0,1-1 0,0 1 0,-1-1 0,0 1 0,1 0 0,-1-1 0,0 1 0,-1 0 0,1 0 0,0 0 0,0 3 0,1 12 0,0 0 0,-1 0 0,-1 1 0,-1-1 0,0 0 0,-2 0 0,0 0 0,-1 0 0,-9 25 0,11-35 0,-1-1 0,-1 0 0,1 0 0,-1 0 0,-1-1 0,1 0 0,-1 1 0,0-2 0,0 1 0,-1 0 0,0-1 0,0 0 0,0 0 0,0-1 0,-1 0 0,0 0 0,0-1 0,0 1 0,0-1 0,0-1 0,-1 1 0,1-2 0,-1 1 0,-11 1 0,-14-2-147,-41-2 0,51 0-924,2 1-5755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14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24575,'-1'79'0,"3"86"0,-2-163 0,0 1 0,0-1 0,0 0 0,1 1 0,-1-1 0,0 0 0,1 0 0,0 1 0,0-1 0,-1 0 0,1 0 0,1 0 0,-1 0 0,0 0 0,0 0 0,1 0 0,-1 0 0,1-1 0,-1 1 0,1 0 0,0-1 0,0 1 0,0-1 0,0 0 0,0 0 0,0 0 0,0 0 0,0 0 0,0 0 0,1 0 0,-1-1 0,0 1 0,0-1 0,1 1 0,-1-1 0,0 0 0,1 0 0,2 0 0,9-2 0,0 0 0,1-1 0,-1-1 0,0 0 0,15-7 0,4 0 0,-23 8 0,-1 1 0,1 0 0,0 0 0,0 1 0,1 0 0,-1 1 0,0 0 0,0 0 0,10 3 0,-16-3 0,-1 1 0,1 0 0,-1 1 0,1-1 0,-1 1 0,0-1 0,1 1 0,-1 0 0,0 0 0,0 0 0,0 1 0,-1-1 0,1 1 0,0 0 0,-1-1 0,0 1 0,0 0 0,0 0 0,0 1 0,0-1 0,0 0 0,-1 1 0,0-1 0,1 1 0,-1-1 0,-1 1 0,2 6 0,1 10 0,-1 1 0,-1 38 0,-1-52 0,-1 1 0,0-1 0,0 1 0,0-1 0,-1 0 0,0 1 0,-1-1 0,0 0 0,0 0 0,0 0 0,-6 7 0,7-11 0,-1-1 0,0 1 0,1-1 0,-1 0 0,0 0 0,0 0 0,-1 0 0,1-1 0,0 1 0,-1-1 0,1 0 0,-1 0 0,1 0 0,-1-1 0,1 1 0,-5 0 0,-10 0 0,-35-2 0,29 0 0,-201-3-1365,204 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16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24575,'5'0'0,"5"0"0,1-4 0,3-1 0,3-1 0,-1-2 0,1-5 0,2 0 0,5 2 0,4 3 0,1 3 0,0 2 0,-1 2 0,-1 0 0,-4 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39:24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24575,'27'10'0,"-2"-1"0,22-3 1,0-3 0,89-4 0,-44-1-1369,-70 2-5458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0:58:40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0 24575,'-7'10'0,"-1"1"0,1-1 0,1 2 0,0-1 0,1 0 0,0 1 0,1 0 0,0 0 0,-3 21 0,-13 32 0,15-49 0,0 1 0,0 0 0,2 0 0,0 0 0,0 22 0,4 90 0,1-51 0,-1-54 0,1 0 0,1 0 0,2 0 0,6 23 0,35 93 0,-27-88 0,-10-25 0,-1 0 0,-1 1 0,-1 0 0,-2 0 0,-1 0 0,0 43 0,-5 397 0,0-430 0,-9 53 0,5-52 0,-1 49 0,7-33 0,1-11 0,-2-1 0,-2 0 0,-8 46 0,-16 65 0,19-97 88,7-41-572,-1-1-1,-6 25 1,3-24-6342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44:48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0 382 24575,'0'2'0,"1"0"0,0 0 0,-1 0 0,1 0 0,0 0 0,0 0 0,0 0 0,1 0 0,-1 0 0,0 0 0,1-1 0,-1 1 0,1-1 0,-1 1 0,1-1 0,0 1 0,0-1 0,2 2 0,37 19 0,-22-11 0,0 0 0,0 1 0,-1 1 0,-1 1 0,0 0 0,-1 1 0,0 1 0,24 33 0,-38-47 0,0 1 0,0 0 0,0-1 0,1 1 0,-1-1 0,1 1 0,0-1 0,0 0 0,0 0 0,0-1 0,0 1 0,0 0 0,0-1 0,0 0 0,0 0 0,1 0 0,-1 0 0,1 0 0,-1-1 0,1 0 0,-1 1 0,0-1 0,1-1 0,-1 1 0,1 0 0,-1-1 0,4-1 0,0 0 0,0-2 0,0 1 0,0-1 0,-1 0 0,0 0 0,1-1 0,-2 0 0,1 0 0,-1 0 0,1-1 0,5-9 0,1 2 0,1 0 0,0 1 0,1 0 0,16-10 0,-16 12 0,0 0 0,-1-2 0,0 0 0,17-19 0,-16 15 0,1 1 0,0 0 0,2 1 0,30-20 0,-4 2 0,-23 14 0,-1-1 0,-1-1 0,24-34 0,-21 28 0,-2 2 0,1 1 0,1 0 0,28-23 0,-26 21-1365,-16 12-5461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44:51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24575,'0'34'0,"-1"-9"0,5 50 0,-2-67 0,-1 1 0,2-1 0,-1 0 0,1 0 0,0 0 0,1 0 0,-1 0 0,2-1 0,7 12 0,15 13 0,2-1 0,49 40 0,10 11 0,-85-79 0,0-1 0,0 0 0,0 1 0,0-1 0,0 0 0,1-1 0,-1 1 0,1 0 0,-1-1 0,1 0 0,0 0 0,-1 0 0,1 0 0,0-1 0,0 0 0,0 1 0,-1-1 0,1-1 0,0 1 0,0 0 0,-1-1 0,1 0 0,0 0 0,6-2 0,7-4 0,0-1 0,0 0 0,28-19 0,-28 17 0,4-5 0,-1 0 0,37-36 0,-31 26 0,-15 16 0,0 1 0,23-14 0,-23 15 0,1 0 0,-2 0 0,17-14 0,-6-2 0,0 0 0,21-31 0,-35 46-26,0 1 0,1 0-1,0 0 1,0 1-1,1 0 1,0 1 0,0 0-1,0 0 1,19-6 0,-3 0-1076,-11 4-5724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44:5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24575,'0'528'0,"1"-507"0,2 0 0,0 0 0,11 39 0,-7-38 0,-2 2 0,4 41 0,-7 317 0,-4-188 0,2 1855-1365,0-2031-5461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7:22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24575,'2'35'0,"10"59"0,1 8 0,-8 58 0,-5-79 0,16 112 0,-10-140 0,-2 104 0,-1-1 0,11-66 0,-7-60 0,2 42 0,-6 385 0,-6-236 0,5-202-3,0-1 0,0 1 0,8 22 0,-2-4-1350,-4-15-5473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7:24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7:22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24575,'2'35'0,"10"59"0,1 8 0,-8 58 0,-5-79 0,16 112 0,-10-140 0,-2 104 0,-1-1 0,11-66 0,-7-60 0,2 42 0,-6 385 0,-6-236 0,5-202-3,0-1 0,0 1 0,8 22 0,-2-4-1350,-4-15-5473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7:24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31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24575,'67'-1'0,"136"-17"0,-123 9 0,1 4 0,117 5 0,-69 3 0,1535-3 0,-1636 2 0,0 1 0,1 1 0,49 15 0,-41-9 0,45 6 0,7-10-13,100-5 0,-85-2-1326,-78 1-5487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37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1332 24575,'23'1'0,"-1"1"0,37 9 0,22 2 0,316-8 0,-221-7 0,734 2 0,-892-2 0,0 0 0,0-1 0,0 0 0,0-2 0,25-9 0,-18 6 0,43-9 0,-41 12 0,-1 0 0,-1-1 0,1-2 0,38-17 0,-49 18 0,-1-1 0,0 0 0,-1-1 0,0-1 0,-1 0 0,0-1 0,0 0 0,18-23 0,-9 6 0,-1 0 0,-1-1 0,16-35 0,-27 47 0,-2 1 0,0-1 0,0 0 0,-2-1 0,0 1 0,-1-1 0,2-33 0,-6 20 0,0-1 0,-3 1 0,0 0 0,-2 0 0,-13-41 0,14 57 0,-1-9 0,-1 0 0,-2 0 0,0 1 0,-2 0 0,-26-42 0,28 50 0,0-2 0,0 1 0,-11-36 0,12 31 0,0 0 0,-12-20 0,16 34 0,-1 0 0,1 1 0,-1 0 0,0 0 0,0 0 0,-1 1 0,0-1 0,0 1 0,-12-7 0,-10-3 0,-1 1 0,0 1 0,-33-9 0,-99-22 0,120 33 0,-11 0 0,-2 1 0,-78-3 0,-112 11 0,224 3 0,0 2 0,1 1 0,-1 0 0,0 1 0,-19 8 0,19-5 0,-1-2 0,0 0 0,0-2 0,-26 3 0,35-6 0,0-1 0,0 2 0,1 0 0,-1 0 0,1 1 0,-1 0 0,1 1 0,0 0 0,0 1 0,1 0 0,-1 1 0,-13 10 0,16-10 0,-1-1 0,0 0 0,0-1 0,0 0 0,-1 0 0,1-1 0,-1 0 0,0-1 0,-11 2 0,-44 14 0,16 4 0,29-12 0,-1-1 0,-21 6 0,19-7 0,1 0 0,-1 2 0,2 1 0,-28 17 0,19-10 0,12-9 0,-1-1 0,0 0 0,-27 6 0,-33 14 0,-69 47 0,124-61 0,1 1 0,0 1 0,-39 38 0,37-32 0,-1 0 0,-43 26 0,27-18 0,37-26 0,1-1 0,0 1 0,0 0 0,0 0 0,1 1 0,0-1 0,-1 1 0,1 0 0,1 0 0,-1 0 0,1 0 0,0 0 0,0 0 0,1 1 0,-1-1 0,0 10 0,0 7 0,1 0 0,3 43 0,-1-29 0,0-28 0,0 0 0,0 1 0,1-1 0,0 0 0,0 0 0,1 0 0,0 0 0,0-1 0,1 1 0,0-1 0,0 0 0,1 0 0,0 0 0,0 0 0,11 10 0,-1-3 0,2-1 0,-1-1 0,1 0 0,1-1 0,22 11 0,12 6 0,-39-20 0,0 0 0,1-1 0,1 0 0,-1-1 0,1 0 0,0-2 0,0 1 0,30 3 0,12-8 34,-43-1-314,1 1 0,-1 0 1,0 1-1,19 4 0,-14 1-6546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0 357 24575,'2'0'0,"-1"1"0,0-1 0,0 1 0,1-1 0,-1 1 0,0-1 0,0 1 0,0 0 0,0 0 0,0 0 0,0-1 0,0 1 0,0 0 0,0 0 0,0 0 0,0 1 0,-1-1 0,2 2 0,14 27 0,-13-23 0,75 125 0,-61-102 0,2-1 0,1-2 0,1 0 0,1-1 0,42 39 0,-62-63 0,0 0 0,1 0 0,-1 0 0,1 0 0,-1 0 0,1 0 0,-1-1 0,1 0 0,0 1 0,0-1 0,0 0 0,0 0 0,0 0 0,0-1 0,0 1 0,0-1 0,0 0 0,0 1 0,0-1 0,0-1 0,0 1 0,0 0 0,0-1 0,0 0 0,0 1 0,0-1 0,0 0 0,0-1 0,0 1 0,0 0 0,-1-1 0,1 0 0,-1 1 0,1-1 0,3-4 0,7-7 0,1 0 0,-2-1 0,0-1 0,17-26 0,-17 23 0,57-69 0,3 3 0,107-98 0,47-21 0,-208 187-455,1 0 0,34-21 0,-37 28-6371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47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2 24575,'-15'0'0,"2"-1"0,-1 1 0,1 0 0,0 1 0,0 1 0,0 0 0,0 1 0,-22 7 0,-20 12 0,24-11 0,1 2 0,0 1 0,-49 31 0,72-38 0,-1-1 0,2 1 0,-1 0 0,1 0 0,0 1 0,0 0 0,1 0 0,0 0 0,0 1 0,1 0 0,0 0 0,1 0 0,-4 12 0,3-4 0,1 0 0,0 0 0,1 0 0,1 1 0,1-1 0,2 28 0,0-38 0,-1-1 0,1 0 0,0 0 0,1 0 0,0 0 0,0 0 0,0 0 0,0-1 0,1 0 0,0 1 0,0-1 0,1-1 0,-1 1 0,10 6 0,-5-3 0,0-1 0,1 0 0,0-1 0,1 0 0,0 0 0,-1-1 0,14 4 0,4-4 0,0 0 0,0-2 0,0-1 0,1-2 0,52-4 0,4 0 0,-77 4 0,-1 1 0,1-2 0,-1 1 0,0-1 0,1 0 0,-1 0 0,0-1 0,0 0 0,0 0 0,0-1 0,0 0 0,0 0 0,-1-1 0,1 0 0,-1 0 0,0 0 0,0-1 0,-1 0 0,11-11 0,43-52-1365,-45 56-5461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49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24575,'0'698'0,"0"-687"-136,1-1-1,0 1 1,0-1-1,1 1 1,0-1-1,1 0 1,0 0-1,1 0 0,9 18 1,-3-13-6690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5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 24575,'56'-1'0,"67"2"0,-119 0 0,1 0 0,-1 0 0,1 0 0,-1 1 0,1-1 0,-1 1 0,0 0 0,0 0 0,0 1 0,0-1 0,0 1 0,0 0 0,-1 0 0,0 0 0,1 1 0,-1-1 0,0 1 0,0-1 0,-1 1 0,1 0 0,-1 0 0,0 0 0,0 1 0,0-1 0,-1 0 0,1 1 0,-1-1 0,1 7 0,0 2 0,0 1 0,0-1 0,-2 1 0,1-1 0,-2 1 0,0-1 0,0 1 0,-6 22 0,5-33 0,1 1 0,0 0 0,-1 0 0,0-1 0,0 1 0,0 0 0,0-1 0,0 0 0,-1 0 0,0 0 0,1 0 0,-1 0 0,0 0 0,0-1 0,-1 1 0,1-1 0,-1 0 0,1 0 0,-1 0 0,1 0 0,-1-1 0,0 1 0,0-1 0,0 0 0,-5 0 0,-10 2 0,0-2 0,0 0 0,0-1 0,-24-3 0,2 0 0,-20 2-1365,35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0:58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1 147 24575,'0'70'0,"18"121"0,-13-145 0,-1 58 0,0 1 0,-3-102 0,-1 0 0,0 0 0,1 0 0,0-1 0,0 1 0,0 0 0,0 0 0,0-1 0,0 1 0,1 0 0,-1-1 0,1 0 0,0 1 0,-1-1 0,1 0 0,0 0 0,1 0 0,-1 0 0,0 0 0,1 0 0,-1-1 0,0 1 0,1-1 0,0 1 0,-1-1 0,1 0 0,0 0 0,0-1 0,0 1 0,-1 0 0,1-1 0,0 0 0,0 1 0,6-2 0,4 1 0,0-1 0,0 0 0,1-1 0,-1-1 0,0 0 0,17-7 0,-26 9 0,0-1 0,0 0 0,0 0 0,0 0 0,-1-1 0,1 1 0,-1-1 0,1 0 0,-1 0 0,0 0 0,0-1 0,0 1 0,2-6 0,2-2 0,-1-2 0,10-24 0,-12 24 0,2 0 0,11-20 0,-10 20 0,-1 1 0,0-1 0,-1 0 0,0-1 0,-1 1 0,0-1 0,-1 0 0,2-28 0,-3-8 0,-4-61 0,-1 32 0,2-71 0,5 145 0,3 10 0,7 12 0,-6-1 0,-1 0 0,-1 0 0,0 1 0,-1 0 0,-1 0 0,0 0 0,1 21 0,1 3 0,0-1 0,0 42 0,-5-43 0,9 41 0,-8-72 0,0 0 0,1 0 0,0-1 0,1 1 0,-1-1 0,1 0 0,1 0 0,0-1 0,0 1 0,0-1 0,0 0 0,1 0 0,0-1 0,8 6 0,10 7 0,1-2 0,40 21 0,-39-25-1365,-4-4-5461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21:1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21:53:22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24575,'-1'49'0,"-11"83"0,9-99 0,0 41 0,0-2 0,-7-14 0,6-42 0,2 0 0,-2 21 0,2 382 0,4-203 0,-1-185 0,9 45 0,-5-44 0,1 42 0,-6-54-1365,0-2-5461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1:57:49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19 24575,'-18'-1'0,"0"1"0,0 1 0,1 1 0,-1 0 0,0 1 0,-31 11 0,0 4 0,2 1 0,-60 34 0,82-38 0,13-9 0,0 1 0,1 1 0,0 0 0,-20 18 0,28-23 0,0 0 0,1 0 0,-1 1 0,1-1 0,0 1 0,0 0 0,0 0 0,1-1 0,-1 1 0,1 0 0,0 0 0,0 1 0,0-1 0,1 0 0,-1 0 0,1 0 0,0 0 0,0 1 0,1-1 0,1 8 0,1-2 0,1 1 0,0-1 0,1 0 0,0-1 0,1 1 0,6 8 0,5 9 0,-5-7 0,1 0 0,0-2 0,2 1 0,0-2 0,31 28 0,-6-10 0,2-3 0,60 37 0,-77-55 0,0 0 0,1-2 0,0-1 0,1-1 0,0-1 0,29 5 0,-8-8 0,-1-2 0,0-3 0,74-6 0,-103 3 0,-1-1 0,0-1 0,0-1 0,0 0 0,0-1 0,-1-1 0,27-15 0,-5-1 0,65-52 0,-98 72 0,-1-1 0,0 0 0,0 0 0,0 0 0,0 0 0,-1-1 0,0 1 0,0-1 0,0 0 0,0 0 0,-1 0 0,0 0 0,0-1 0,0 1 0,-1 0 0,1-1 0,-1 0 0,-1 1 0,1-1 0,-1 0 0,0 1 0,0-1 0,-2-6 0,1 3 0,-2 0 0,1 1 0,-1-1 0,-1 1 0,0-1 0,0 1 0,0 0 0,-1 1 0,0-1 0,-1 1 0,1 0 0,-2 0 0,-11-10 0,-21-18 0,16 13 0,-27-19 0,6 5 0,32 26 0,0 0 0,0 1 0,-1 0 0,-14-7 0,-20-11 0,-15-7 0,44 28 0,-1 1 0,-25-5 0,32 8 0,0 0 0,0 0 0,1-1 0,-1-1 0,1 0 0,0-1 0,0 0 0,0-1 0,-12-8 0,14 7-273,0 0 0,-1 1 0,0 0 0,-18-7 0,15 8-6553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09:57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24575,'-2'109'0,"5"120"0,0-212 0,1-1 0,0 0 0,1 0 0,1 0 0,1-1 0,8 16 0,11 27 0,-12-21 0,-2 1 0,-2 0 0,11 74 0,-4 6 0,-7-61 0,-2 0 0,-1 64 0,-8-58-1365,1-45-5461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0:01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24575,'0'741'-1365,"0"-723"-5461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6:29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932 29 24575,'-15'-1'0,"0"-1"0,0 0 0,-18-5 0,-30-5 0,-256 8 0,179 6 0,126-1 0,1 1 0,-1 0 0,1 1 0,0 1 0,0 0 0,0 0 0,0 2 0,1-1 0,-21 15 0,-22 8 0,47-25 0,0 1 0,1-1 0,0 1 0,0 1 0,0 0 0,0 0 0,1 0 0,0 1 0,0-1 0,0 2 0,1-1 0,0 1 0,0-1 0,0 1 0,1 1 0,0-1 0,1 0 0,0 1 0,0 0 0,0 0 0,1 0 0,0 0 0,1 0 0,0 0 0,0 1 0,0 10 0,1-4 0,-2 22 0,1 1 0,3 0 0,7 48 0,-7-75 0,2-1 0,-1 0 0,1 0 0,0 0 0,1 0 0,0-1 0,1 1 0,0-1 0,0-1 0,1 1 0,0-1 0,1 0 0,11 9 0,16 16 0,-30-27 0,0-1 0,0 1 0,0-1 0,1 0 0,0-1 0,0 1 0,0-1 0,0 0 0,1-1 0,0 0 0,-1 0 0,1 0 0,0-1 0,1 0 0,-1 0 0,9 1 0,5-2 0,-7 0 0,-1 0 0,1 0 0,-1 2 0,1-1 0,-1 2 0,0 0 0,24 10 0,-21-6 0,-5-3 0,0 1 0,0 0 0,-1 0 0,0 1 0,-1 0 0,1 1 0,8 9 0,-12-11 0,0 0 0,0-1 0,1 0 0,0 0 0,0 0 0,0-1 0,1 0 0,-1-1 0,1 1 0,0-1 0,0-1 0,0 0 0,11 2 0,1-1 0,-1-2 0,0 0 0,1-1 0,32-5 0,-29 2 0,-1-1 0,-1-1 0,1-1 0,-1 0 0,0-2 0,0-1 0,-1 0 0,20-14 0,-31 16 0,0-2 0,0 1 0,0-1 0,-2 0 0,1-1 0,-1 0 0,0 0 0,-1-1 0,0 0 0,-1 0 0,5-14 0,-4 10 0,1 0 0,0 1 0,2-1 0,-1 2 0,17-20 0,-16 23 0,-5 6 0,1 0 0,-1-1 0,1 1 0,-1-1 0,-1 0 0,1-1 0,-1 1 0,0-1 0,0 1 0,0-1 0,-1 0 0,0 0 0,0 0 0,1-9 0,1-19 0,-2-1 0,-1 1 0,-2 0 0,-6-38 0,4 60 0,-1 0 0,0 1 0,-1-1 0,0 1 0,-1 0 0,0 1 0,0-1 0,-1 1 0,-9-9 0,-13-22 0,27 37-105,-1 1 0,0-1 0,1 1 0,-1 0 0,0-1 0,0 1 0,-1 1 0,1-1 0,-1 0 0,1 1 0,-1 0 0,-6-3 0,-8-1-6721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6:33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24575,'5'0'0,"6"0"0,5 0 0,5 0 0,-6 0 0,-10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6:39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0 24575,'-12'14'0,"1"0"0,0 1 0,1 0 0,1 0 0,-11 25 0,9-18 0,1 1 0,2-1 0,0 1 0,2 1 0,0-1 0,2 1 0,0 0 0,2 0 0,0 0 0,2 1 0,1-1 0,0 0 0,8 35 0,5-3 0,-3 0 0,-2 0 0,2 94 0,-10-126-17,1 0 1,7 28-1,-2-17-1298,-4-14-5511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6:42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 24575,'-15'16'0,"0"1"0,1 1 0,0 0 0,2 1 0,0 0 0,1 1 0,1 0 0,1 0 0,1 1 0,1 1 0,0-1 0,-4 35 0,2 12 0,4 0 0,5 123 0,-1-149 0,-11 74 0,-2 24 0,14-132 0,0 8 0,0 0 0,1-1 0,0 1 0,6 25 0,-6-38 0,0 1 0,1-1 0,-1 1 0,0-1 0,1 0 0,0 0 0,0 1 0,0-1 0,0-1 0,0 1 0,0 0 0,1 0 0,0-1 0,-1 0 0,1 1 0,0-1 0,0 0 0,0 0 0,0-1 0,1 1 0,-1-1 0,0 1 0,1-1 0,-1 0 0,7 1 0,10 0-174,-1-1-1,34-3 0,-39 1-666,9 0-5985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6:57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7:15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24575,'1'18'0,"1"0"0,1 0 0,1-1 0,0 1 0,9 20 0,-6-18 0,-1 1 0,6 42 0,-11-51 0,8 50 0,-8-58 0,0 0 0,0 0 0,0-1 0,1 1 0,-1 0 0,1-1 0,0 0 0,0 1 0,0-1 0,1 0 0,-1 0 0,1 0 0,2 2 0,-4-4 0,0 0 0,0-1 0,0 1 0,-1-1 0,1 0 0,0 1 0,0-1 0,0 0 0,0 1 0,0-1 0,0 0 0,0 0 0,0 0 0,0 0 0,0 0 0,0 0 0,0 0 0,0 0 0,0 0 0,0 0 0,-1-1 0,1 1 0,2-1 0,20-17 0,-14 7 0,0 0 0,10-19 0,-16 25 0,19-30 0,43-54 0,-52 77 0,0 0 0,0 1 0,18-12 0,-20 16 0,0-1 0,0-1 0,-1 1 0,0-2 0,0 1 0,11-16 0,-7-1 0,0 0 0,-1-1 0,-2 0 0,-1-1 0,13-56 0,-3 11 0,-20 72 4,0 0-1,0 0 1,0-1-1,0 1 1,1 0-1,-1 0 1,0 0-1,1 0 1,-1 0-1,1 0 1,-1 0-1,1 0 1,-1 1-1,1-1 1,0 0-1,-1 0 1,1 0-1,0 0 0,0 1 1,-1-1-1,1 0 1,0 1-1,0-1 1,0 1-1,0-1 1,0 1-1,0-1 1,0 1-1,1-1 1,0 2-78,-1 0 1,0 0-1,1 0 1,-1 0-1,0 0 1,0 0-1,1 0 1,-1 0-1,0 1 1,0-1-1,0 0 1,-1 1-1,1-1 1,0 0-1,0 1 1,-1-1-1,1 1 1,-1-1-1,1 3 1,8 26-6753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7:20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1 293 24575,'0'10'0,"1"1"0,0-1 0,1 0 0,0 0 0,1 0 0,0 0 0,0 0 0,1-1 0,1 1 0,-1-1 0,1 0 0,1-1 0,0 1 0,0-1 0,1 0 0,7 8 0,8 10 0,-18-21 0,1 1 0,-1-1 0,1 1 0,0-2 0,1 1 0,-1 0 0,7 3 0,1 0 0,0 0 0,1-1 0,1 0 0,-1-1 0,24 6 0,-32-11 0,0 0 0,0-1 0,0 1 0,0-1 0,0-1 0,0 1 0,0-1 0,0 0 0,0 0 0,0 0 0,0-1 0,-1 0 0,1 0 0,-1-1 0,1 0 0,-1 1 0,8-7 0,18-17 0,0-1 0,-2-1 0,-2-2 0,27-36 0,-9 12 0,-9 14 0,-17 21 0,23-33 0,-39 47 0,0-1 0,0 0 0,0 0 0,-1 0 0,0-1 0,-1 1 0,2-7 0,-2 6 0,1 0 0,0 0 0,0 0 0,1 0 0,5-12 0,27-21 104,-29 34-398,0-1 1,0 0-1,-1 0 0,8-12 0,-5 4-6532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7:30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20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24575,'17'450'0,"-12"-384"0,29 566 0,-34-412-1365,0-196-5461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23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24575,'0'656'0,"-1"-650"0,2 0 0,-1 0 0,1 0 0,-1 0 0,4 8 0,-4-13 0,0 0 0,1 0 0,-1 0 0,0 0 0,1-1 0,-1 1 0,1 0 0,-1 0 0,1-1 0,-1 1 0,1 0 0,0-1 0,-1 1 0,1-1 0,0 1 0,-1-1 0,1 1 0,0-1 0,0 1 0,0-1 0,-1 0 0,1 1 0,0-1 0,0 0 0,0 0 0,0 1 0,0-1 0,-1 0 0,1 0 0,0 0 0,0 0 0,0 0 0,0-1 0,0 1 0,0 0 0,-1 0 0,1 0 0,0-1 0,0 1 0,0-1 0,0 1 0,-1 0 0,1-1 0,0 1 0,0-1 0,0 0 0,29-16 0,-19 9 0,0 1 0,1 1 0,0 0 0,0 1 0,0 0 0,1 1 0,0 0 0,16-2 0,1 3 0,-1 1 0,1 1 0,0 2 0,31 5 0,-56-6 0,0 1 0,0 1 0,0-1 0,0 1 0,0-1 0,-1 1 0,1 1 0,0-1 0,-1 1 0,0 0 0,0 0 0,0 0 0,0 0 0,0 1 0,0-1 0,-1 1 0,3 4 0,-2-2 0,-1 0 0,0 0 0,-1 0 0,1 0 0,-1 0 0,0 0 0,-1 1 0,0-1 0,0 1 0,0-1 0,-1 14 0,0-8 0,-1 0 0,-1 0 0,0 0 0,-1 0 0,0 0 0,-1-1 0,0 1 0,-1-1 0,0 0 0,-1 0 0,0-1 0,0 1 0,-16 17 0,-15 6 0,-44 33 0,79-65 0,-12 9-101,-14 11 218,-32 19 0,53-37-267,0 0 0,-1 0 1,0 0-1,0-1 0,0 0 0,0-1 0,0 1 1,0-2-1,-18 3 0,6-6-6676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26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24575,'5'0'0,"6"0"0,6 0 0,5 0 0,3 0 0,3 0 0,1 0 0,-1 0 0,2 0 0,-1 0 0,4 0 0,2 0 0,-1 0 0,3 0 0,1 0 0,-2 0 0,-7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29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25 142 24575,'1'6'-174,"0"1"0,0-1-1,1 0 1,-1 0 0,5 9-1,4 20 571,-1 8-260,3 0 0,1-1 0,2 0 0,24 46 0,8 21-166,-43-100 30,0-1 0,1 1 0,0-1 0,0 0 0,0 0 0,1-1 0,1 0 0,-1 0 0,1 0 0,0-1 0,1 0 0,-1 0 0,1-1 0,0 0 0,1 0 0,-1-1 0,10 3 0,-5-2 0,0-1 0,0 0 0,0-1 0,0-1 0,1 0 0,-1-1 0,1-1 0,-1 1 0,1-2 0,-1 0 0,20-5 0,-27 5 0,-1-1 0,1 0 0,-1 0 0,0 0 0,0-1 0,0 1 0,0-1 0,0-1 0,0 1 0,-1-1 0,1 0 0,-1 0 0,0 0 0,-1 0 0,1-1 0,-1 1 0,1-1 0,4-10 0,0-5 0,0 0 0,-1 0 0,7-38 0,-5 17 0,-2 5 0,-1-1 0,-3 0 0,-1 0 0,-4-55 0,1 32 0,1 54 0,0 1 0,-1-1 0,0 0 0,0 0 0,0 0 0,-1 1 0,1-1 0,-2 1 0,1-1 0,0 1 0,-1 0 0,0 0 0,0 0 0,-5-5 0,2 3 0,0 1 0,-1 0 0,1 1 0,-1-1 0,-1 1 0,1 1 0,-1-1 0,-15-6 0,0 2 0,7 1 0,-1 1 0,0 0 0,-1 2 0,1 0 0,-1 1 0,-29-3 0,-168 7 96,96 1-1557,95-1-5365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3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1 24575,'-1'18'0,"-1"0"0,-1-1 0,-8 31 0,2-10 0,4-21 0,-1 0 0,0-1 0,-1 0 0,0 0 0,-1-1 0,-16 22 0,23-35 0,-21 39 0,18-32 0,0 0 0,-1-1 0,0 0 0,0 0 0,-1 0 0,0 0 0,-9 9 0,-3-2-107,11-10-51,0 1 1,1 0 0,-1 0 0,1 1 0,0 0-1,1 0 1,-8 13 0,3 3-6669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40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4 142 24575,'2'-2'0,"0"0"0,0 0 0,0 0 0,0 0 0,1 0 0,-1 0 0,1 1 0,-1-1 0,4-1 0,7-4 0,9-10 0,1 2 0,1 1 0,0 1 0,41-16 0,-48 23 0,1 1 0,0 0 0,0 1 0,0 1 0,0 1 0,1 0 0,34 3 0,-50-1 0,0 0 0,1 0 0,-1 1 0,0-1 0,0 1 0,0 0 0,0 0 0,0 0 0,0 1 0,0-1 0,0 1 0,0 0 0,-1-1 0,1 1 0,0 0 0,-1 1 0,3 1 0,-4-2 0,0 0 0,0 0 0,0 0 0,0 0 0,-1 0 0,1 0 0,0 1 0,-1-1 0,0 0 0,1 0 0,-1 0 0,0 0 0,0 1 0,0-1 0,-1 0 0,1 0 0,0 0 0,-1 1 0,1-1 0,-1 0 0,0 0 0,0 0 0,0 0 0,0 0 0,-2 3 0,-6 10 0,-1-1 0,-1 0 0,0-1 0,-23 22 0,-61 42 0,69-57 0,0 1 0,2 2 0,-35 40 0,4-11 0,41-40 0,0 0 0,-21 26 0,34-37 0,0 0 0,0-1 0,1 1 0,-1 0 0,0 0 0,1 0 0,-1 0 0,1 0 0,-1 0 0,1 0 0,-1 0 0,1 0 0,0 0 0,-1 0 0,1 0 0,0 0 0,0 1 0,0-1 0,0 0 0,0 0 0,0 0 0,0 0 0,0 0 0,1 1 0,-1-1 0,1 0 0,0 0 0,0 0 0,0-1 0,0 1 0,0-1 0,0 1 0,-1-1 0,2 1 0,-1-1 0,0 1 0,0-1 0,0 0 0,0 1 0,0-1 0,0 0 0,0 0 0,0 0 0,2 0 0,8 0 0,1-1 0,-1 0 0,16-4 0,-25 4 0,69-16 15,-43 9-475,0 2 0,44-5 0,-49 10-6366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46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0 24575,'-49'41'0,"31"-28"0,1 1 0,-30 32 0,44-42 0,-1-1 0,1 1 0,1 0 0,-1 1 0,1-1 0,-1 0 0,1 1 0,0-1 0,1 1 0,-1 0 0,1 0 0,0-1 0,0 1 0,0 0 0,1 0 0,0 0 0,0 0 0,0 6 0,1-5 0,1-1 0,-1 0 0,1 0 0,0 0 0,0 0 0,0 0 0,0 0 0,1-1 0,0 1 0,0-1 0,0 0 0,1 0 0,-1 0 0,1 0 0,0 0 0,0-1 0,6 4 0,6 2 0,0 0 0,1-1 0,30 11 0,-30-13 0,1 1 0,-1 0 0,16 11 0,-29-14 0,0-1 0,-1 0 0,0 1 0,1-1 0,-1 1 0,-1 0 0,1 0 0,-1 0 0,1 0 0,-1 0 0,0 1 0,-1-1 0,1 1 0,-1 0 0,0-1 0,0 1 0,0 0 0,-1-1 0,1 1 0,-1 0 0,0 0 0,-1 5 0,-1 9 0,-1-1 0,0 1 0,-1-1 0,-9 23 0,-1 5 0,12-35 0,0-1 0,-1 0 0,0 0 0,-1 0 0,0 0 0,-1 0 0,0-1 0,0 0 0,-1 0 0,0 0 0,-1-1 0,-8 9 0,9-12 0,0-1 0,0 1 0,-1-1 0,0 0 0,1-1 0,-1 0 0,-1 0 0,1 0 0,0-1 0,-1 0 0,1 0 0,-1-1 0,-14 1 0,18-2 0,-1 0 0,1-1 0,-1 1 0,1-1 0,0 0 0,-1 0 0,1 0 0,0-1 0,0 1 0,0-1 0,0 0 0,0 0 0,0-1 0,0 1 0,1-1 0,-1 0 0,1 0 0,0 0 0,0 0 0,0 0 0,0-1 0,1 0 0,-1 1 0,1-1 0,-3-5 0,1-1 0,0-1 0,0 1 0,1-1 0,0 0 0,1 0 0,0 0 0,1 0 0,0 0 0,1 0 0,0 0 0,3-20 0,-2 22 0,1 1 0,0 0 0,1 0 0,0 0 0,0 0 0,1 0 0,0 1 0,0 0 0,1-1 0,0 2 0,0-1 0,1 0 0,-1 1 0,2 0 0,-1 1 0,8-6 0,43-37 0,-47 38 0,0 1 0,0 0 0,1 0 0,0 1 0,0 1 0,1 0 0,0 0 0,0 1 0,1 1 0,14-5 0,-15 8 0,0 0 0,0-2 0,0 1 0,0-2 0,16-8 0,-24 11 0,0-1 0,0 1 0,-1-1 0,0 0 0,1 0 0,-1 0 0,0-1 0,0 1 0,-1-1 0,1 0 0,-1 0 0,0 0 0,1 0 0,-2 0 0,1 0 0,-1-1 0,1 1 0,0-6 0,-1 4 0,0 0 0,-1 0 0,1-1 0,-1 1 0,-1 0 0,1 0 0,-1 0 0,0-1 0,0 1 0,-1 0 0,0 0 0,0 1 0,0-1 0,-7-10 0,5 9 0,-1-1 0,-1 1 0,1 1 0,-1-1 0,-1 1 0,1 0 0,-1 0 0,0 1 0,-15-9 0,16 10-40,0-1 0,0 1 0,1-1 0,-8-7 0,5 3-1125,-4-2-5661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48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24575,'2'55'0,"3"-1"0,2 0 0,3 0 0,30 96 0,-31-115 0,-2 0 0,4 65 0,-2-11 0,19 52 0,-21-101 0,-3 0 0,-1 1 0,-1-1 0,-5 45 0,0-6 0,3 5-1365,0-61-5461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52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138 254 24575,'0'15'0,"2"-1"0,0 1 0,1-1 0,0 1 0,1-1 0,0 0 0,2 0 0,6 13 0,1-1 0,1-1 0,2-1 0,21 27 0,-28-42 0,0 0 0,1 0 0,0-1 0,0 0 0,24 12 0,21 18 0,-42-28 0,2 1 0,-1-2 0,32 15 0,-37-20 0,0 0 0,0-1 0,0 0 0,1 0 0,-1-1 0,0-1 0,1 0 0,17 1 0,-24-3 0,0 1 0,0-1 0,-1 1 0,1-1 0,0 0 0,0 0 0,-1 0 0,1-1 0,-1 1 0,1-1 0,-1 1 0,1-1 0,-1 0 0,0 0 0,0 0 0,0 0 0,0 0 0,0 0 0,0-1 0,-1 1 0,1 0 0,-1-1 0,0 0 0,0 1 0,0-1 0,0 0 0,0 0 0,0 1 0,0-5 0,2-10 0,-1 1 0,-1 0 0,0 0 0,-2-17 0,0 25 0,0-64 0,1 25 0,-1 1 0,-3 0 0,-17-86 0,17 125 0,1 1 0,-1-1 0,0 1 0,-1 0 0,0 1 0,1-1 0,-2 1 0,1-1 0,-1 2 0,1-1 0,-10-5 0,-16-15 0,20 15 0,-1 0 0,0 1 0,0 0 0,-1 1 0,0 1 0,-1 0 0,0 1 0,0 0 0,0 1 0,0 1 0,-1 0 0,0 1 0,0 1 0,0 0 0,0 1 0,0 0 0,0 1 0,0 1 0,0 1 0,0 0 0,-21 6 0,18-4 0,-1 0 0,1 0 0,-1 2 0,2 0 0,-20 10 0,33-14 0,-1 0 0,1 1 0,0 0 0,0 0 0,1 0 0,-1 0 0,0 0 0,1 1 0,0 0 0,0-1 0,0 1 0,0 0 0,1 1 0,-1-1 0,1 0 0,0 1 0,1-1 0,-1 1 0,1 0 0,-2 9 0,3-12 4,0 0 0,-1 0-1,1 0 1,0 0 0,0 0 0,1 0-1,-1 0 1,0 0 0,1 0 0,-1 0-1,1 0 1,0 0 0,-1 0 0,1 0-1,0 0 1,0-1 0,0 1 0,1 0-1,-1-1 1,0 1 0,1-1 0,-1 1-1,1-1 1,-1 0 0,1 1 0,-1-1-1,1 0 1,0 0 0,0 0 0,0 0-1,3 1 1,4 0-252,0 0 1,-1 0-1,1-1 1,0 0-1,16 0 1,1-1-6579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55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2 24575,'0'1'0,"-1"0"0,1 0 0,0 0 0,-1 0 0,1-1 0,0 1 0,-1 0 0,1 0 0,-1 0 0,1 0 0,-1-1 0,0 1 0,1 0 0,-1-1 0,0 1 0,0 0 0,1-1 0,-1 1 0,0-1 0,0 1 0,0-1 0,0 0 0,-1 1 0,-27 9 0,19-7 0,-42 13 0,25-9 0,-49 22 0,69-27 0,1 2 0,0-1 0,0 1 0,0 0 0,1 0 0,-1 0 0,1 1 0,0 0 0,0 0 0,1 0 0,-1 1 0,-5 10 0,2-3 0,2 2 0,-1-1 0,2 1 0,0-1 0,1 1 0,0 1 0,-2 28 0,5-36 0,1 0 0,1 0 0,0 1 0,0-1 0,0 0 0,1-1 0,0 1 0,0 0 0,1 0 0,0-1 0,1 0 0,0 1 0,0-1 0,0-1 0,1 1 0,10 11 0,11 6 0,0-3 0,2 0 0,0-1 0,51 25 0,-63-37 0,1-1 0,0 0 0,0-1 0,0-1 0,0-1 0,1-1 0,21 2 0,127-1 0,-122-5 0,-40 1 0,-1 1 0,1-1 0,-1 0 0,1-1 0,-1 1 0,1-1 0,-1 1 0,1-1 0,-1 0 0,0 0 0,1-1 0,-1 1 0,0-1 0,0 1 0,0-1 0,0 0 0,0 0 0,0-1 0,-1 1 0,1 0 0,-1-1 0,1 0 0,-1 1 0,0-1 0,0 0 0,0 0 0,-1 0 0,1-1 0,-1 1 0,1 0 0,-1-1 0,0 1 0,0 0 0,-1-1 0,1 1 0,-1-5 0,3-30 0,-2 0 0,-4-46 0,-1 12 0,4 62 0,-1 1 0,0-1 0,0 0 0,-1 1 0,-1-1 0,1 1 0,-1 0 0,-1 0 0,0 0 0,0 0 0,-7-10 0,1 7 0,0 0 0,0 0 0,-1 0 0,0 2 0,-1-1 0,-15-9 0,23 17 0,-21-15 0,-45-26 0,60 39 0,0 0 0,-1 1 0,1 0 0,-1 1 0,0 1 0,1-1 0,-1 2 0,-15-2 0,-84 4-1365,85-1-5461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9:5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24575,'0'-1'0,"1"0"0,-1 0 0,0 0 0,1 0 0,0 0 0,-1 0 0,1 0 0,-1 0 0,1 0 0,0 0 0,0 0 0,-1 0 0,1 0 0,0 1 0,0-1 0,0 0 0,0 1 0,0-1 0,0 0 0,0 1 0,0-1 0,0 1 0,0 0 0,1-1 0,0 1 0,37-9 0,-30 7 0,48-9 0,0 3 0,1 2 0,0 3 0,83 5 0,-138-2 0,0 1 0,0-1 0,0 1 0,0-1 0,-1 1 0,1 0 0,0 0 0,0 0 0,0 1 0,-1-1 0,1 0 0,-1 1 0,1 0 0,-1 0 0,0 0 0,1 0 0,-1 0 0,0 0 0,3 5 0,-3-2 0,1-1 0,-1 1 0,-1 0 0,1 0 0,-1 0 0,1 0 0,-1 0 0,-1 0 0,1 0 0,-1 9 0,-1 5 0,-1-1 0,-1 1 0,-1-1 0,0 0 0,-10 25 0,3-20 0,-1-1 0,0-1 0,-2 0 0,0-1 0,-1-1 0,-28 28 0,-35 47 0,66-78 0,8-12 0,1 0 0,0 0 0,0 0 0,0 0 0,1 1 0,-3 5 0,5-10 0,0 1 0,0 0 0,0-1 0,0 1 0,0 0 0,0-1 0,0 1 0,1-1 0,-1 1 0,0 0 0,0-1 0,1 1 0,-1-1 0,0 1 0,0-1 0,1 1 0,-1-1 0,1 1 0,-1-1 0,0 1 0,1-1 0,-1 1 0,1-1 0,-1 0 0,1 1 0,-1-1 0,1 0 0,0 1 0,-1-1 0,1 0 0,-1 0 0,1 1 0,0-1 0,-1 0 0,1 0 0,-1 0 0,1 0 0,0 0 0,-1 0 0,1 0 0,0 0 0,-1 0 0,1 0 0,-1-1 0,2 1 0,31-3 0,10-7-682,68-7-1,-80 15-6143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20:02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43 251 24575,'0'7'0,"-1"0"0,1-1 0,1 1 0,-1 0 0,1 0 0,0 0 0,1 0 0,0-1 0,0 1 0,0-1 0,1 1 0,0-1 0,0 0 0,6 10 0,12 17 0,-17-25 0,1 1 0,0-1 0,0 0 0,1-1 0,11 12 0,1-6 0,-1 0 0,2-2 0,-1 0 0,2-1 0,-1-1 0,1 0 0,1-2 0,27 7 0,-22-9 0,1-1 0,0-1 0,0-1 0,0-2 0,50-5 0,-65 4 0,1 0 0,-1-1 0,0-1 0,-1 0 0,17-7 0,-24 9 0,-1-1 0,0 0 0,1 0 0,-1 0 0,0 0 0,0 0 0,0-1 0,0 1 0,0-1 0,-1 0 0,1 0 0,-1 0 0,0 0 0,0 0 0,0-1 0,0 1 0,-1-1 0,1 1 0,-1-1 0,2-6 0,-1 1 0,0 0 0,-1 0 0,0 0 0,-1 0 0,0 0 0,0 0 0,-1 0 0,0 0 0,0 0 0,-1 0 0,0 0 0,-1 0 0,0 1 0,0-1 0,-1 1 0,0 0 0,0 0 0,-1 0 0,0 1 0,-1 0 0,1-1 0,-1 2 0,-13-12 0,-19-16 0,29 25 0,0 1 0,0 0 0,-1 1 0,0 0 0,-14-8 0,-123-64 0,95 50 0,17 3 0,31 22 0,-1 0 0,1 0 0,-1 1 0,0 0 0,1 0 0,-1 0 0,-1 1 0,1-1 0,-9-2 0,8 4 0,-1-1 0,1 1 0,0 1 0,-1-1 0,1 1 0,0 0 0,-1 0 0,1 1 0,0 0 0,-1 0 0,1 0 0,-12 5 0,15-4 0,-1 0 0,1 0 0,-1 0 0,1 0 0,0 1 0,0 0 0,0 0 0,0 0 0,0 0 0,1 0 0,-1 0 0,1 1 0,0-1 0,0 1 0,0-1 0,0 1 0,1 0 0,-1 0 0,1 0 0,0 0 0,0 5 0,-4 24 0,4-24 0,1-1 0,-2 0 0,1 0 0,-1 0 0,0 0 0,-1 0 0,1-1 0,-2 1 0,1-1 0,-1 1 0,0-1 0,-1-1 0,-5 9 0,-3-1-1365,2-1-5461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20:06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78 24575,'2'3'0,"-1"0"0,1-1 0,-1 1 0,1-1 0,0 1 0,0-1 0,0 0 0,0 0 0,0 0 0,0 0 0,1 0 0,-1-1 0,1 1 0,5 2 0,14 12 0,80 83 0,-68-59 0,-26-29 0,0-1 0,1 0 0,0 0 0,15 11 0,59 37 0,-80-55 0,1 0 0,-2 1 0,1 0 0,0 0 0,-1 0 0,0 0 0,0 0 0,0 0 0,0 0 0,-1 1 0,1-1 0,-1 1 0,0-1 0,-1 1 0,1 0 0,-1-1 0,0 1 0,0-1 0,-1 9 0,-2 7 0,0 1 0,-12 38 0,14-55 0,-2 5 0,-1 0 0,0 0 0,0-1 0,-1 1 0,0-1 0,0 0 0,-1 0 0,0-1 0,0 0 0,-14 13 0,-2-2 0,-1-1 0,-34 18 0,52-31 0,-1-1 0,0 0 0,0-1 0,-1 0 0,1 0 0,0 0 0,-1 0 0,1-1 0,-14 0 0,17 0 0,0-1 0,0-1 0,0 1 0,0 0 0,-1-1 0,1 0 0,0 1 0,0-1 0,0 0 0,0-1 0,1 1 0,-1 0 0,0-1 0,0 0 0,1 0 0,-1 0 0,1 0 0,-1 0 0,1 0 0,0 0 0,0-1 0,-2-2 0,-1-5 0,-1 0 0,2-1 0,0 1 0,0-1 0,0 0 0,2 0 0,-1 0 0,-1-21 0,3-9 0,3-46 0,0 27 0,-3-30 0,3-71 0,0 148 0,1 0 0,1 0 0,0 1 0,0-1 0,1 1 0,1 0 0,0 0 0,0 0 0,1 1 0,1 0 0,0 1 0,9-11 0,-1 7-1365,0 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27:56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24575,'2'142'0,"-5"154"0,-11-208 0,9-58 0,-4 40 0,9 66 0,1-78 0,-2 0 0,-10 63 0,-2-8 0,6 0 0,8 136 0,1-92 0,-2 636 0,1-765 0,2 0 0,7 31 0,3 39 0,7 100 0,-9-101 0,-4-51 0,3 0 0,17 52 0,6 25 0,27 115 0,17 95 0,-53-201 0,-9-53 0,9 123 0,-10-86 0,-8-77 0,2 52 0,7 86 0,0 15 0,-15-158-1365,0-6-5461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28:01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24575,'-1'0'0,"-1"0"0,1 1 0,0-1 0,0 1 0,0-1 0,0 1 0,0 0 0,0 0 0,0-1 0,0 1 0,1 0 0,-1 0 0,0 0 0,0 0 0,1 0 0,-1 0 0,0 0 0,1 0 0,-1 0 0,1 0 0,-1 0 0,1 0 0,0 0 0,-1 0 0,1 1 0,0 1 0,-6 39 0,6-37 0,-6 349 0,9-194 0,-3 579 0,2-701 0,10 61 0,2 14 0,3 12 0,-4-38 0,-1-15 0,-6-43 0,2 37 0,15 107 0,-20-154 0,0-9 4,-1-1 0,1 1 0,1-1 0,0 0 0,9 16 0,2 5-1393,-7-14-5437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32:1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06:22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3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 24575,'0'398'0,"0"-392"0,0 0 0,0 0 0,1 0 0,-1 0 0,1 0 0,4 11 0,-4-15 0,0 1 0,1-1 0,-1 0 0,0 0 0,1 0 0,0 0 0,-1 0 0,1-1 0,0 1 0,0 0 0,0-1 0,0 1 0,0-1 0,0 0 0,1 0 0,-1 0 0,0 0 0,1 0 0,3 1 0,38 10 0,-19-6 0,-1 1 0,0 1 0,0 1 0,-1 1 0,39 23 0,-56-29 0,10 6 0,-1 0 0,1 2 0,-2-1 0,1 2 0,-2 0 0,0 1 0,12 16 0,-12-11 0,0 1 0,-1 0 0,-1 1 0,11 28 0,-19-41 0,1 0 0,0-1 0,0 0 0,9 12 0,-10-16 0,0 1 0,0 0 0,0 0 0,0 1 0,-1-1 0,1 0 0,-1 1 0,0 0 0,-1-1 0,1 1 0,-1 0 0,0 0 0,0 0 0,-1 0 0,1 6 0,-2-2 0,0-1 0,0 0 0,-1-1 0,0 1 0,-1 0 0,0 0 0,0-1 0,0 0 0,-1 0 0,0 0 0,-10 13 0,5-10 0,0-1 0,0 0 0,0-1 0,-1 0 0,0-1 0,-22 13 0,-6-3 0,0-1 0,-1-2 0,-66 15 0,70-21 0,-1-3 0,0 0 0,0-3 0,0 0 0,-66-8 0,78 2-1365,5-3-5461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32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24575,'10'0'0,"9"0"0,6 0 0,4 0 0,2 0 0,1 0 0,1 0 0,-1 0 0,-1 0 0,0 0 0,0 0 0,0 0 0,-1 0 0,0 0 0,0 0 0,0 0 0,-5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34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1 551 24575,'1'7'0,"0"0"0,0 0 0,0-1 0,1 1 0,4 9 0,5 22 0,4 43 0,-7-42 0,-1-1 0,1 49 0,-7-60 0,2-1 0,1 0 0,0 0 0,15 43 0,-16-60 0,0-1 0,0 0 0,1 0 0,0 0 0,0 0 0,1 0 0,0-1 0,0 0 0,1 0 0,0 0 0,0-1 0,1 0 0,-1 0 0,1-1 0,1 1 0,-1-2 0,1 1 0,0-1 0,8 4 0,-3-2 0,0 0 0,0 1 0,-1 1 0,0 0 0,12 11 0,-16-12 0,0-1 0,0 1 0,1-1 0,0-1 0,0 1 0,0-2 0,1 1 0,0-1 0,0-1 0,0 0 0,15 3 0,-3-4 0,1 0 0,-1-2 0,1 0 0,36-6 0,-55 5 0,-1 0 0,1-1 0,-1 1 0,1-1 0,-1 0 0,0 0 0,0 0 0,0 0 0,0-1 0,0 1 0,0-1 0,-1 0 0,1 1 0,-1-1 0,0 0 0,0-1 0,0 1 0,2-4 0,4-9 0,-2 0 0,9-30 0,-6 17 0,-2 6 0,-1-1 0,0 0 0,-2 0 0,1-27 0,-4-100 0,-2 104 0,0 28 0,0-1 0,-2 0 0,-1 1 0,0 0 0,-1 0 0,-1 0 0,-1 0 0,-17-31 0,-6-4 0,-57-72 0,51 76 0,-38-67 0,42 49 0,22 45 0,0 1 0,-1 0 0,-2 1 0,0 0 0,-22-25 0,32 43 0,-1-1 0,0 1 0,0 0 0,-1 1 0,1-1 0,-1 1 0,1-1 0,-1 1 0,0 0 0,0 1 0,0 0 0,0-1 0,0 1 0,0 1 0,0-1 0,-7 1 0,8 0 0,0 0 0,0 0 0,0 1 0,1-1 0,-1 1 0,0 0 0,0 0 0,1 0 0,-1 0 0,1 1 0,-1-1 0,1 1 0,0 0 0,-1 0 0,1 1 0,0-1 0,0 0 0,1 1 0,-1 0 0,0 0 0,1 0 0,-3 3 0,-6 16 14,2 0-1,0 0 1,1 1 0,1 0-1,1 0 1,1 0-1,-2 31 1,2 168-1162,5-203 822,0 7-6500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37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24575,'-1'0'0,"0"1"0,0-1 0,0 1 0,1-1 0,-1 1 0,0-1 0,1 1 0,-1-1 0,0 1 0,1 0 0,-1-1 0,1 1 0,-1 0 0,1-1 0,-1 1 0,1 0 0,0 0 0,-1-1 0,1 1 0,0 0 0,-1 0 0,1 0 0,0 0 0,0 1 0,-5 28 0,4-24 0,-47 308 0,35-224 15,-3 125-1,17 94-135,2-110-1152,-3-172-5553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4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4 123 24575,'-1'64'0,"-1"-34"0,2-1 0,1 1 0,1-1 0,10 51 0,-2-26 0,-9-45 0,0 1 0,1 0 0,0-1 0,0 1 0,1-1 0,0 0 0,1 0 0,5 9 0,7 10 0,-11-19 0,0-1 0,0 1 0,13 14 0,-15-20 0,1 0 0,-1-1 0,0 1 0,1-1 0,0 1 0,-1-1 0,1 0 0,0 0 0,0-1 0,0 1 0,0-1 0,8 1 0,30 3 0,0-2 0,0-2 0,52-5 0,0 0 0,-87 4 0,0 0 0,0 0 0,0-1 0,0 0 0,0-1 0,-1 1 0,1-1 0,0-1 0,-1 1 0,0-1 0,1 0 0,10-8 0,-13 8 0,0-1 0,0 0 0,-1 0 0,0 0 0,0 0 0,0 0 0,0-1 0,0 1 0,-1-1 0,0 0 0,0 0 0,0 0 0,-1 0 0,1 0 0,-1 0 0,-1 0 0,2-9 0,-1-13 0,0-1 0,-2 1 0,-4-32 0,3 46 0,-1-1 0,0 1 0,-1 0 0,-1-1 0,0 2 0,0-1 0,-1 1 0,-9-14 0,7 15 0,-12-21 0,-2 2 0,-1 0 0,-2 1 0,-30-28 0,47 50 0,-1 0 0,0 1 0,0 0 0,0 1 0,-1-1 0,1 2 0,-1 0 0,-13-4 0,16 6 0,-1 1 0,1 0 0,-1 0 0,1 0 0,-1 1 0,0 0 0,1 1 0,-1 0 0,0 0 0,1 1 0,-1-1 0,-12 7 0,7-3 0,0 2 0,1-1 0,0 2 0,0 0 0,1 0 0,0 1 0,0 0 0,1 1 0,0 0 0,1 1 0,0 0 0,-9 16 0,-7 7-1365,14-18-5461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45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31 24575,'0'514'0,"-1"-508"0,1 0 0,1 0 0,-1 0 0,1 0 0,0-1 0,0 1 0,1 0 0,3 8 0,-4-12 0,1 1 0,-1-1 0,1 0 0,0 0 0,0 0 0,0 0 0,0 0 0,0 0 0,0 0 0,0-1 0,0 1 0,1-1 0,-1 1 0,1-1 0,-1 0 0,1 0 0,-1 0 0,1-1 0,0 1 0,4 0 0,4 0 0,1 0 0,-1-1 0,0 0 0,0-1 0,0 0 0,0-1 0,15-4 0,5-3 0,37-16 0,-57 20 0,-1 0 0,0 0 0,0 0 0,-1-2 0,1 1 0,-1-1 0,-1 0 0,0-1 0,0 0 0,0 0 0,-1-1 0,0 0 0,0 0 0,-1-1 0,-1 0 0,0 0 0,0 0 0,-1-1 0,0 1 0,0-1 0,-1 0 0,-1 0 0,0 0 0,1-20 0,-3 12 0,0-1 0,0 1 0,-2-1 0,-6-28 0,6 40 0,-1 1 0,1-1 0,-1 1 0,-1 0 0,1 0 0,-1 0 0,-1 0 0,1 0 0,-1 1 0,0 0 0,-1 0 0,1 1 0,-13-11 0,-36-32 0,46 39 0,0 1 0,0 1 0,0-1 0,-1 1 0,0 1 0,0-1 0,-1 2 0,0-1 0,0 1 0,-19-6 0,14 8 7,0 2-1,1 0 0,-1 1 1,0 0-1,0 1 0,1 1 1,-1 0-1,-21 7 1,-37 4-1430,43-10-5403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49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24575,'73'1'0,"-39"1"0,1-1 0,0-2 0,-1-2 0,47-9 0,-26-8 0,-42 15 0,0 0 0,1 0 0,-1 1 0,1 1 0,17-3 0,-28 6 0,1 0 0,0 0 0,-1 1 0,1-1 0,-1 0 0,1 1 0,0 0 0,-1 0 0,0 0 0,1 1 0,-1-1 0,0 1 0,1-1 0,-1 1 0,0 0 0,0 1 0,-1-1 0,1 0 0,0 1 0,-1-1 0,1 1 0,-1 0 0,0 0 0,4 6 0,-2-1 0,-1 0 0,1-1 0,-2 2 0,1-1 0,-1 0 0,0 0 0,0 1 0,-1-1 0,0 1 0,-1-1 0,0 1 0,0-1 0,-2 9 0,-3 13 0,-1 0 0,-13 37 0,13-49 0,-1 3 0,-1-1 0,-1 0 0,0-1 0,-22 32 0,-57 64 0,72-96 0,-1-2 0,-1 0 0,-1 0 0,0-2 0,-1-1 0,0 0 0,-44 21 0,39-23 0,0-1 0,-29 9 0,100-32 0,103-30 0,-76 16 0,208-63 0,-251 84-114,0 1 1,0 2-1,1 1 0,30 3 0,-36-1-682,0-1-6030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52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33 278 24575,'0'395'0,"0"-389"0,0 1 0,0 0 0,1 0 0,-1-1 0,2 1 0,-1 0 0,1-1 0,0 0 0,0 1 0,6 9 0,-6-12 0,1-1 0,-1 0 0,1 0 0,0-1 0,0 1 0,0-1 0,0 1 0,0-1 0,0 0 0,1 0 0,-1 0 0,1-1 0,-1 1 0,1-1 0,0 0 0,0 0 0,0 0 0,-1 0 0,8 0 0,26 1 0,1-1 0,69-7 0,-102 5 0,1-1 0,-1 1 0,0-1 0,-1 0 0,1-1 0,0 1 0,-1-1 0,1 0 0,-1 0 0,0-1 0,0 1 0,0-1 0,0 0 0,-1 0 0,0 0 0,1 0 0,2-7 0,7-10 0,-1-1 0,12-29 0,-23 49 0,47-145 0,-42 135 0,-1-1 0,0 0 0,-1 1 0,-1-1 0,0 0 0,-1-1 0,0 1 0,-1 0 0,0-1 0,-1 1 0,-1-1 0,0 1 0,-1 0 0,0 0 0,-1-1 0,-1 1 0,-8-21 0,6 17 0,-2 0 0,1 1 0,-2-1 0,0 2 0,-1-1 0,-1 1 0,0 1 0,-17-17 0,21 24 0,0 0 0,0 0 0,-1 1 0,0 0 0,0 1 0,-1 0 0,0 0 0,0 1 0,0 0 0,0 0 0,0 1 0,-1 0 0,0 1 0,1 0 0,-1 1 0,0 0 0,-18 0 0,10 1 0,1-1 0,-1 1 0,-32 5 0,45-4 0,1 0 0,-1 0 0,0 1 0,1 0 0,-1-1 0,1 1 0,-1 1 0,1-1 0,0 1 0,0-1 0,0 1 0,1 0 0,-1 1 0,1-1 0,-4 5 0,1 0-105,1 1 0,0-1 0,1 1 0,0 0 0,0 0 0,1 1 0,0-1 0,1 1 0,0 0 0,0-1 0,1 1 0,1 19 0,-1-3-6721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0:56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423 2 24575,'-3'0'0,"0"1"0,0 0 0,0-1 0,0 1 0,0 0 0,0 1 0,0-1 0,1 0 0,-1 1 0,1 0 0,-1-1 0,1 1 0,-4 3 0,-31 34 0,23-24 0,-54 66 0,50-57 0,-1-1 0,-2-1 0,-33 30 0,32-35 0,5-5 0,0 2 0,1-1 0,1 2 0,-16 18 0,27-28 0,1 1 0,-1-1 0,1 1 0,0 0 0,0-1 0,1 1 0,0 1 0,0-1 0,0 0 0,1 0 0,0 1 0,0-1 0,0 1 0,1-1 0,0 1 0,0-1 0,3 12 0,-2-11 0,1-1 0,0 1 0,1-1 0,-1 0 0,1 1 0,0-1 0,1-1 0,0 1 0,-1 0 0,2-1 0,-1 0 0,1 0 0,10 9 0,5 1 0,1 0 0,32 17 0,-1-1 0,-38-21 0,0-1 0,0-1 0,0 0 0,1-1 0,0-1 0,0 0 0,1-1 0,0-1 0,0 0 0,0-1 0,0-1 0,24 1 0,-30-2 0,1-1 0,-1 0 0,1 0 0,0-2 0,-1 1 0,1-1 0,-1 0 0,0-1 0,0 0 0,0-1 0,14-7 0,-4 0 0,-7 3 0,1 0 0,-2 0 0,18-16 0,-26 21 0,0-2 0,0 1 0,0 0 0,-1-1 0,0 0 0,0 0 0,0 0 0,-1 0 0,1 0 0,-1 0 0,0-1 0,-1 1 0,2-8 0,1-27 0,-1-1 0,-2 0 0,-4-44 0,0-7 0,4 55 0,0 17 0,-1 1 0,-4-33 0,4 47 0,-1 1 0,0-1 0,0 0 0,-1 1 0,1-1 0,-1 1 0,0-1 0,0 1 0,-1 0 0,1 0 0,-1 0 0,0 0 0,0 1 0,0-1 0,-7-5 0,-15-10 60,-46-25 0,59 38-272,0 0 0,0 1 0,0 1-1,-1 0 1,0 0 0,-20-2 0,9 3-6614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1:06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3:11:08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9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8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3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3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7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4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0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8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5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55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4764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10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6720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81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39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8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FB1B8C5-5A10-4D75-AD86-16A7B9D3F113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88919BA-5988-4CF2-8BBC-308CBD751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64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7.xml"/><Relationship Id="rId18" Type="http://schemas.openxmlformats.org/officeDocument/2006/relationships/image" Target="../media/image12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9.png"/><Relationship Id="rId17" Type="http://schemas.openxmlformats.org/officeDocument/2006/relationships/customXml" Target="../ink/ink9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8.png"/><Relationship Id="rId19" Type="http://schemas.openxmlformats.org/officeDocument/2006/relationships/customXml" Target="../ink/ink10.xml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3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6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22.xml"/><Relationship Id="rId18" Type="http://schemas.openxmlformats.org/officeDocument/2006/relationships/image" Target="../media/image29.png"/><Relationship Id="rId3" Type="http://schemas.openxmlformats.org/officeDocument/2006/relationships/image" Target="../media/image21.png"/><Relationship Id="rId21" Type="http://schemas.openxmlformats.org/officeDocument/2006/relationships/customXml" Target="../ink/ink26.xml"/><Relationship Id="rId7" Type="http://schemas.openxmlformats.org/officeDocument/2006/relationships/customXml" Target="../ink/ink19.xml"/><Relationship Id="rId12" Type="http://schemas.openxmlformats.org/officeDocument/2006/relationships/image" Target="../media/image26.png"/><Relationship Id="rId17" Type="http://schemas.openxmlformats.org/officeDocument/2006/relationships/customXml" Target="../ink/ink24.xml"/><Relationship Id="rId2" Type="http://schemas.openxmlformats.org/officeDocument/2006/relationships/customXml" Target="../ink/ink17.xml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21.xml"/><Relationship Id="rId5" Type="http://schemas.openxmlformats.org/officeDocument/2006/relationships/image" Target="../media/image22.png"/><Relationship Id="rId15" Type="http://schemas.openxmlformats.org/officeDocument/2006/relationships/customXml" Target="../ink/ink23.xml"/><Relationship Id="rId10" Type="http://schemas.openxmlformats.org/officeDocument/2006/relationships/image" Target="../media/image25.png"/><Relationship Id="rId19" Type="http://schemas.openxmlformats.org/officeDocument/2006/relationships/customXml" Target="../ink/ink25.xml"/><Relationship Id="rId4" Type="http://schemas.openxmlformats.org/officeDocument/2006/relationships/customXml" Target="../ink/ink18.xml"/><Relationship Id="rId9" Type="http://schemas.openxmlformats.org/officeDocument/2006/relationships/customXml" Target="../ink/ink20.xml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ustomXml" Target="../ink/ink33.xml"/><Relationship Id="rId18" Type="http://schemas.openxmlformats.org/officeDocument/2006/relationships/image" Target="../media/image22.png"/><Relationship Id="rId3" Type="http://schemas.openxmlformats.org/officeDocument/2006/relationships/image" Target="../media/image33.png"/><Relationship Id="rId21" Type="http://schemas.openxmlformats.org/officeDocument/2006/relationships/customXml" Target="../ink/ink37.xml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17" Type="http://schemas.openxmlformats.org/officeDocument/2006/relationships/customXml" Target="../ink/ink35.xml"/><Relationship Id="rId2" Type="http://schemas.openxmlformats.org/officeDocument/2006/relationships/customXml" Target="../ink/ink28.xml"/><Relationship Id="rId16" Type="http://schemas.openxmlformats.org/officeDocument/2006/relationships/image" Target="../media/image40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customXml" Target="../ink/ink32.xml"/><Relationship Id="rId5" Type="http://schemas.openxmlformats.org/officeDocument/2006/relationships/image" Target="../media/image34.png"/><Relationship Id="rId15" Type="http://schemas.openxmlformats.org/officeDocument/2006/relationships/customXml" Target="../ink/ink34.xml"/><Relationship Id="rId10" Type="http://schemas.openxmlformats.org/officeDocument/2006/relationships/image" Target="../media/image37.png"/><Relationship Id="rId19" Type="http://schemas.openxmlformats.org/officeDocument/2006/relationships/customXml" Target="../ink/ink36.xml"/><Relationship Id="rId4" Type="http://schemas.openxmlformats.org/officeDocument/2006/relationships/customXml" Target="../ink/ink29.xml"/><Relationship Id="rId9" Type="http://schemas.openxmlformats.org/officeDocument/2006/relationships/customXml" Target="../ink/ink31.xml"/><Relationship Id="rId14" Type="http://schemas.openxmlformats.org/officeDocument/2006/relationships/image" Target="../media/image39.png"/><Relationship Id="rId22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43.xml"/><Relationship Id="rId18" Type="http://schemas.openxmlformats.org/officeDocument/2006/relationships/image" Target="../media/image50.png"/><Relationship Id="rId26" Type="http://schemas.openxmlformats.org/officeDocument/2006/relationships/image" Target="../media/image54.png"/><Relationship Id="rId3" Type="http://schemas.openxmlformats.org/officeDocument/2006/relationships/image" Target="../media/image22.png"/><Relationship Id="rId21" Type="http://schemas.openxmlformats.org/officeDocument/2006/relationships/customXml" Target="../ink/ink47.xml"/><Relationship Id="rId7" Type="http://schemas.openxmlformats.org/officeDocument/2006/relationships/customXml" Target="../ink/ink40.xml"/><Relationship Id="rId12" Type="http://schemas.openxmlformats.org/officeDocument/2006/relationships/image" Target="../media/image47.png"/><Relationship Id="rId17" Type="http://schemas.openxmlformats.org/officeDocument/2006/relationships/customXml" Target="../ink/ink45.xml"/><Relationship Id="rId25" Type="http://schemas.openxmlformats.org/officeDocument/2006/relationships/customXml" Target="../ink/ink49.xml"/><Relationship Id="rId2" Type="http://schemas.openxmlformats.org/officeDocument/2006/relationships/customXml" Target="../ink/ink38.xml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29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customXml" Target="../ink/ink42.xml"/><Relationship Id="rId24" Type="http://schemas.openxmlformats.org/officeDocument/2006/relationships/image" Target="../media/image53.png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23" Type="http://schemas.openxmlformats.org/officeDocument/2006/relationships/customXml" Target="../ink/ink48.xml"/><Relationship Id="rId28" Type="http://schemas.openxmlformats.org/officeDocument/2006/relationships/image" Target="../media/image55.png"/><Relationship Id="rId10" Type="http://schemas.openxmlformats.org/officeDocument/2006/relationships/image" Target="../media/image46.png"/><Relationship Id="rId19" Type="http://schemas.openxmlformats.org/officeDocument/2006/relationships/customXml" Target="../ink/ink46.xml"/><Relationship Id="rId4" Type="http://schemas.openxmlformats.org/officeDocument/2006/relationships/image" Target="../media/image43.png"/><Relationship Id="rId9" Type="http://schemas.openxmlformats.org/officeDocument/2006/relationships/customXml" Target="../ink/ink41.xml"/><Relationship Id="rId14" Type="http://schemas.openxmlformats.org/officeDocument/2006/relationships/image" Target="../media/image48.png"/><Relationship Id="rId22" Type="http://schemas.openxmlformats.org/officeDocument/2006/relationships/image" Target="../media/image52.png"/><Relationship Id="rId27" Type="http://schemas.openxmlformats.org/officeDocument/2006/relationships/customXml" Target="../ink/ink50.xml"/><Relationship Id="rId30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52.xml"/><Relationship Id="rId7" Type="http://schemas.openxmlformats.org/officeDocument/2006/relationships/customXml" Target="../ink/ink54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customXml" Target="../ink/ink53.xml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customXml" Target="../ink/ink61.xml"/><Relationship Id="rId18" Type="http://schemas.openxmlformats.org/officeDocument/2006/relationships/image" Target="../media/image69.png"/><Relationship Id="rId3" Type="http://schemas.openxmlformats.org/officeDocument/2006/relationships/customXml" Target="../ink/ink56.xml"/><Relationship Id="rId7" Type="http://schemas.openxmlformats.org/officeDocument/2006/relationships/customXml" Target="../ink/ink58.xml"/><Relationship Id="rId12" Type="http://schemas.openxmlformats.org/officeDocument/2006/relationships/image" Target="../media/image66.png"/><Relationship Id="rId17" Type="http://schemas.openxmlformats.org/officeDocument/2006/relationships/customXml" Target="../ink/ink63.xml"/><Relationship Id="rId2" Type="http://schemas.openxmlformats.org/officeDocument/2006/relationships/image" Target="../media/image61.png"/><Relationship Id="rId16" Type="http://schemas.openxmlformats.org/officeDocument/2006/relationships/image" Target="../media/image68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5" Type="http://schemas.openxmlformats.org/officeDocument/2006/relationships/customXml" Target="../ink/ink62.xml"/><Relationship Id="rId10" Type="http://schemas.openxmlformats.org/officeDocument/2006/relationships/image" Target="../media/image65.png"/><Relationship Id="rId19" Type="http://schemas.openxmlformats.org/officeDocument/2006/relationships/customXml" Target="../ink/ink64.xml"/><Relationship Id="rId4" Type="http://schemas.openxmlformats.org/officeDocument/2006/relationships/image" Target="../media/image62.png"/><Relationship Id="rId9" Type="http://schemas.openxmlformats.org/officeDocument/2006/relationships/customXml" Target="../ink/ink59.xml"/><Relationship Id="rId1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hyperlink" Target="https://github.com/TopDebug/2601A-Debug-GPU-kernel-on-window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66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0D48-65C9-B916-4931-A49794E13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4E7FA-1D44-C760-7E43-79B0252B5E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artoon lion pointing at a computer screen&#10;&#10;Description automatically generated">
            <a:extLst>
              <a:ext uri="{FF2B5EF4-FFF2-40B4-BE49-F238E27FC236}">
                <a16:creationId xmlns:a16="http://schemas.microsoft.com/office/drawing/2014/main" id="{CE4F7F1A-BA86-35C8-9EDC-7EADED1287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61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D1D1265-9C2B-3026-1B3C-7BC7E4C6FF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051DA-7EDB-C489-A888-F071E4DDC2BE}"/>
              </a:ext>
            </a:extLst>
          </p:cNvPr>
          <p:cNvSpPr txBox="1"/>
          <p:nvPr/>
        </p:nvSpPr>
        <p:spPr>
          <a:xfrm>
            <a:off x="9144000" y="340658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We first create the image data and then use MATLAB to read the C++ memory data.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E3AE08-3B26-B56B-550A-620E99292CED}"/>
                  </a:ext>
                </a:extLst>
              </p14:cNvPr>
              <p14:cNvContentPartPr/>
              <p14:nvPr/>
            </p14:nvContentPartPr>
            <p14:xfrm>
              <a:off x="2876781" y="2420308"/>
              <a:ext cx="83160" cy="1868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AE3AE08-3B26-B56B-550A-620E99292CE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67781" y="2411308"/>
                <a:ext cx="100800" cy="18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57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2832887-2DB8-CC42-5CF2-84CD277F56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1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B24D41-EC8F-BF03-61F4-60B7F6F8FE1E}"/>
              </a:ext>
            </a:extLst>
          </p:cNvPr>
          <p:cNvSpPr txBox="1"/>
          <p:nvPr/>
        </p:nvSpPr>
        <p:spPr>
          <a:xfrm>
            <a:off x="9143998" y="333374"/>
            <a:ext cx="3048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MATLAB displays the image data using the </a:t>
            </a:r>
            <a:r>
              <a:rPr lang="en-US" b="1" dirty="0" err="1">
                <a:solidFill>
                  <a:schemeClr val="bg1"/>
                </a:solidFill>
              </a:rPr>
              <a:t>imtool</a:t>
            </a:r>
            <a:r>
              <a:rPr lang="en-US" b="1" dirty="0">
                <a:solidFill>
                  <a:schemeClr val="bg1"/>
                </a:solidFill>
              </a:rPr>
              <a:t> method, as shown in this picture.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5F28A5-C507-B368-1C36-B1A48A810612}"/>
                  </a:ext>
                </a:extLst>
              </p14:cNvPr>
              <p14:cNvContentPartPr/>
              <p14:nvPr/>
            </p14:nvContentPartPr>
            <p14:xfrm>
              <a:off x="1514541" y="4222108"/>
              <a:ext cx="54720" cy="34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65F28A5-C507-B368-1C36-B1A48A81061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05901" y="4213468"/>
                <a:ext cx="72360" cy="36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4F8F9C4-9DCE-1D13-641E-54DFDC1793C5}"/>
              </a:ext>
            </a:extLst>
          </p:cNvPr>
          <p:cNvGrpSpPr/>
          <p:nvPr/>
        </p:nvGrpSpPr>
        <p:grpSpPr>
          <a:xfrm>
            <a:off x="2545581" y="2824588"/>
            <a:ext cx="251280" cy="312840"/>
            <a:chOff x="2545581" y="2824588"/>
            <a:chExt cx="25128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F1AAAAC-EEB9-C0A9-7955-09A44F106C15}"/>
                    </a:ext>
                  </a:extLst>
                </p14:cNvPr>
                <p14:cNvContentPartPr/>
                <p14:nvPr/>
              </p14:nvContentPartPr>
              <p14:xfrm>
                <a:off x="2545581" y="2886508"/>
                <a:ext cx="27360" cy="250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F1AAAAC-EEB9-C0A9-7955-09A44F106C15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536941" y="2877508"/>
                  <a:ext cx="45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42615B6-BA26-EFDA-62AE-E5DD35762F2C}"/>
                    </a:ext>
                  </a:extLst>
                </p14:cNvPr>
                <p14:cNvContentPartPr/>
                <p14:nvPr/>
              </p14:nvContentPartPr>
              <p14:xfrm>
                <a:off x="2635221" y="2824588"/>
                <a:ext cx="161640" cy="21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42615B6-BA26-EFDA-62AE-E5DD35762F2C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2626581" y="2815948"/>
                  <a:ext cx="179280" cy="23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C6B4B4-852E-BE22-EF79-7906286BF773}"/>
                  </a:ext>
                </a:extLst>
              </p14:cNvPr>
              <p14:cNvContentPartPr/>
              <p14:nvPr/>
            </p14:nvContentPartPr>
            <p14:xfrm>
              <a:off x="2912421" y="2814148"/>
              <a:ext cx="180720" cy="226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1C6B4B4-852E-BE22-EF79-7906286BF773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903421" y="2805508"/>
                <a:ext cx="1983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458BC0-E764-97E0-218B-30B3989FA066}"/>
                  </a:ext>
                </a:extLst>
              </p14:cNvPr>
              <p14:cNvContentPartPr/>
              <p14:nvPr/>
            </p14:nvContentPartPr>
            <p14:xfrm>
              <a:off x="2368461" y="2178388"/>
              <a:ext cx="141480" cy="208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8458BC0-E764-97E0-218B-30B3989FA066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359461" y="2169388"/>
                <a:ext cx="1591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5AA6AD-1A4A-CC8D-A4CC-2DCB0835C8A9}"/>
                  </a:ext>
                </a:extLst>
              </p14:cNvPr>
              <p14:cNvContentPartPr/>
              <p14:nvPr/>
            </p14:nvContentPartPr>
            <p14:xfrm>
              <a:off x="2788581" y="2142388"/>
              <a:ext cx="119160" cy="225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95AA6AD-1A4A-CC8D-A4CC-2DCB0835C8A9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779941" y="2133388"/>
                <a:ext cx="136800" cy="24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56E1ECE-BC18-C3EA-7781-3E558FFFD143}"/>
              </a:ext>
            </a:extLst>
          </p:cNvPr>
          <p:cNvGrpSpPr/>
          <p:nvPr/>
        </p:nvGrpSpPr>
        <p:grpSpPr>
          <a:xfrm>
            <a:off x="2563581" y="2115748"/>
            <a:ext cx="358200" cy="235440"/>
            <a:chOff x="2563581" y="2115748"/>
            <a:chExt cx="35820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633E25-1063-B8E1-BC76-3BB7D9DB437E}"/>
                    </a:ext>
                  </a:extLst>
                </p14:cNvPr>
                <p14:cNvContentPartPr/>
                <p14:nvPr/>
              </p14:nvContentPartPr>
              <p14:xfrm>
                <a:off x="2563581" y="2151388"/>
                <a:ext cx="154440" cy="199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1633E25-1063-B8E1-BC76-3BB7D9DB437E}"/>
                    </a:ext>
                  </a:extLst>
                </p:cNvPr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2554941" y="2142388"/>
                  <a:ext cx="1720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74DB71-1542-2BC3-A894-79BD1A4A49B0}"/>
                    </a:ext>
                  </a:extLst>
                </p14:cNvPr>
                <p14:cNvContentPartPr/>
                <p14:nvPr/>
              </p14:nvContentPartPr>
              <p14:xfrm>
                <a:off x="2581581" y="2150308"/>
                <a:ext cx="106920" cy="2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274DB71-1542-2BC3-A894-79BD1A4A49B0}"/>
                    </a:ext>
                  </a:extLst>
                </p:cNvPr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2572581" y="2141308"/>
                  <a:ext cx="12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20E7E3-767E-47E5-32A9-12D8B4802CF4}"/>
                    </a:ext>
                  </a:extLst>
                </p14:cNvPr>
                <p14:cNvContentPartPr/>
                <p14:nvPr/>
              </p14:nvContentPartPr>
              <p14:xfrm>
                <a:off x="2778861" y="2115748"/>
                <a:ext cx="142920" cy="1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E20E7E3-767E-47E5-32A9-12D8B4802CF4}"/>
                    </a:ext>
                  </a:extLst>
                </p:cNvPr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2770221" y="2106748"/>
                  <a:ext cx="160560" cy="2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401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74AA3B0-B68E-F9FA-C771-501C9AADBF4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81024" y="0"/>
            <a:ext cx="9144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2519C2-F250-9CE8-DCE0-DA37D931EDC9}"/>
              </a:ext>
            </a:extLst>
          </p:cNvPr>
          <p:cNvSpPr txBox="1"/>
          <p:nvPr/>
        </p:nvSpPr>
        <p:spPr>
          <a:xfrm>
            <a:off x="9054353" y="537882"/>
            <a:ext cx="31376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We copy the CPU image data to the GPU device using </a:t>
            </a:r>
            <a:r>
              <a:rPr lang="en-US" b="1" dirty="0" err="1">
                <a:solidFill>
                  <a:schemeClr val="bg1"/>
                </a:solidFill>
              </a:rPr>
              <a:t>cudaMemcpy</a:t>
            </a:r>
            <a:r>
              <a:rPr lang="en-US" b="1" dirty="0">
                <a:solidFill>
                  <a:schemeClr val="bg1"/>
                </a:solidFill>
              </a:rPr>
              <a:t>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Then we call </a:t>
            </a:r>
            <a:r>
              <a:rPr lang="en-US" b="1" dirty="0" err="1">
                <a:solidFill>
                  <a:schemeClr val="bg1"/>
                </a:solidFill>
              </a:rPr>
              <a:t>testKernel</a:t>
            </a:r>
            <a:r>
              <a:rPr lang="en-US" b="1" dirty="0">
                <a:solidFill>
                  <a:schemeClr val="bg1"/>
                </a:solidFill>
              </a:rPr>
              <a:t> to test the GPU kernel function.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A9404B-559A-7154-EBEE-AD73F6ECED53}"/>
                  </a:ext>
                </a:extLst>
              </p14:cNvPr>
              <p14:cNvContentPartPr/>
              <p14:nvPr/>
            </p14:nvContentPartPr>
            <p14:xfrm>
              <a:off x="2822421" y="3065788"/>
              <a:ext cx="47160" cy="86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1A9404B-559A-7154-EBEE-AD73F6ECED5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13781" y="3056788"/>
                <a:ext cx="64800" cy="88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804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593F0-4A76-2CE6-E94E-FF78B015E2A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8580" y="0"/>
            <a:ext cx="9144000" cy="68751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071B15-ABAF-E078-14AD-49D4A4CF2934}"/>
                  </a:ext>
                </a:extLst>
              </p14:cNvPr>
              <p14:cNvContentPartPr/>
              <p14:nvPr/>
            </p14:nvContentPartPr>
            <p14:xfrm>
              <a:off x="3550920" y="2438100"/>
              <a:ext cx="357480" cy="22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1071B15-ABAF-E078-14AD-49D4A4CF293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541920" y="2429100"/>
                <a:ext cx="3751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F02360-F99A-610E-5166-CDC922EF24BC}"/>
                  </a:ext>
                </a:extLst>
              </p14:cNvPr>
              <p14:cNvContentPartPr/>
              <p14:nvPr/>
            </p14:nvContentPartPr>
            <p14:xfrm>
              <a:off x="3611040" y="4251780"/>
              <a:ext cx="337680" cy="16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9F02360-F99A-610E-5166-CDC922EF24BC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602400" y="4242780"/>
                <a:ext cx="3553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654BB6-26FF-89E8-D4AD-2BB35BEE58FF}"/>
                  </a:ext>
                </a:extLst>
              </p14:cNvPr>
              <p14:cNvContentPartPr/>
              <p14:nvPr/>
            </p14:nvContentPartPr>
            <p14:xfrm>
              <a:off x="2857560" y="2803860"/>
              <a:ext cx="16200" cy="1226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2654BB6-26FF-89E8-D4AD-2BB35BEE58FF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848560" y="2794860"/>
                <a:ext cx="33840" cy="12441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05900" y="381000"/>
            <a:ext cx="30860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We should prepare the kernel function, as well as the grid and block sizes.</a:t>
            </a:r>
          </a:p>
          <a:p>
            <a:r>
              <a:rPr lang="en-US" b="1" dirty="0">
                <a:solidFill>
                  <a:schemeClr val="bg1"/>
                </a:solidFill>
              </a:rPr>
              <a:t>Then we call the </a:t>
            </a:r>
            <a:r>
              <a:rPr lang="en-US" b="1" dirty="0" err="1">
                <a:solidFill>
                  <a:schemeClr val="bg1"/>
                </a:solidFill>
              </a:rPr>
              <a:t>TestKernel</a:t>
            </a:r>
            <a:r>
              <a:rPr lang="en-US" b="1" dirty="0">
                <a:solidFill>
                  <a:schemeClr val="bg1"/>
                </a:solidFill>
              </a:rPr>
              <a:t> function.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 test kernel initialization function mem2_init() must be called.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mem2_free() is not required, but it is better to include it.</a:t>
            </a:r>
          </a:p>
        </p:txBody>
      </p:sp>
    </p:spTree>
    <p:extLst>
      <p:ext uri="{BB962C8B-B14F-4D97-AF65-F5344CB8AC3E}">
        <p14:creationId xmlns:p14="http://schemas.microsoft.com/office/powerpoint/2010/main" val="310102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05900" y="381000"/>
            <a:ext cx="3086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Out-of-kernel debugging: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First, we need to inject the function.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5FB74-ADF5-3390-0395-8497DB3563B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51EDE7-9D34-AD97-362C-CDB108050CDD}"/>
                  </a:ext>
                </a:extLst>
              </p14:cNvPr>
              <p14:cNvContentPartPr/>
              <p14:nvPr/>
            </p14:nvContentPartPr>
            <p14:xfrm>
              <a:off x="2656114" y="2569114"/>
              <a:ext cx="43200" cy="740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C51EDE7-9D34-AD97-362C-CDB108050CD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47114" y="2560114"/>
                <a:ext cx="60840" cy="7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D565F8-59A5-4F92-B63C-62AE0D55F919}"/>
                  </a:ext>
                </a:extLst>
              </p14:cNvPr>
              <p14:cNvContentPartPr/>
              <p14:nvPr/>
            </p14:nvContentPartPr>
            <p14:xfrm>
              <a:off x="10417714" y="447387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7D565F8-59A5-4F92-B63C-62AE0D55F91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408714" y="446487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65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05900" y="389965"/>
            <a:ext cx="30860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Out-of-kernel debugging: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Second, we use the Immediate Window to call the mem1 function.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Then we check the CPU memory using MATLAB.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51EDE7-9D34-AD97-362C-CDB108050CDD}"/>
                  </a:ext>
                </a:extLst>
              </p14:cNvPr>
              <p14:cNvContentPartPr/>
              <p14:nvPr/>
            </p14:nvContentPartPr>
            <p14:xfrm>
              <a:off x="2656114" y="2569114"/>
              <a:ext cx="43200" cy="740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C51EDE7-9D34-AD97-362C-CDB108050CD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647114" y="2560114"/>
                <a:ext cx="60840" cy="7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D565F8-59A5-4F92-B63C-62AE0D55F919}"/>
                  </a:ext>
                </a:extLst>
              </p14:cNvPr>
              <p14:cNvContentPartPr/>
              <p14:nvPr/>
            </p14:nvContentPartPr>
            <p14:xfrm>
              <a:off x="10417714" y="447387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7D565F8-59A5-4F92-B63C-62AE0D55F919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408714" y="446487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F30EA83-7C9D-E572-1688-34B967BAAC8F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" y="0"/>
            <a:ext cx="9144000" cy="6857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066921-A72B-C6A6-9192-D51B5A22B64A}"/>
                  </a:ext>
                </a:extLst>
              </p14:cNvPr>
              <p14:cNvContentPartPr/>
              <p14:nvPr/>
            </p14:nvContentPartPr>
            <p14:xfrm>
              <a:off x="195514" y="4331314"/>
              <a:ext cx="1120680" cy="2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7066921-A72B-C6A6-9192-D51B5A22B64A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86874" y="4322674"/>
                <a:ext cx="1138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8F6CCF-770B-A00B-36AB-C2F299AAF9CC}"/>
                  </a:ext>
                </a:extLst>
              </p14:cNvPr>
              <p14:cNvContentPartPr/>
              <p14:nvPr/>
            </p14:nvContentPartPr>
            <p14:xfrm>
              <a:off x="-56486" y="5235634"/>
              <a:ext cx="961920" cy="491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58F6CCF-770B-A00B-36AB-C2F299AAF9CC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-65126" y="5226994"/>
                <a:ext cx="97956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CCD9FB-BC17-B083-D48D-9179B7015556}"/>
                  </a:ext>
                </a:extLst>
              </p14:cNvPr>
              <p14:cNvContentPartPr/>
              <p14:nvPr/>
            </p14:nvContentPartPr>
            <p14:xfrm>
              <a:off x="4060474" y="3060874"/>
              <a:ext cx="406800" cy="277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9CCD9FB-BC17-B083-D48D-9179B7015556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051474" y="3052234"/>
                <a:ext cx="424440" cy="29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E85DE9D-1555-5F1C-72D6-00A9795BDEEE}"/>
              </a:ext>
            </a:extLst>
          </p:cNvPr>
          <p:cNvGrpSpPr/>
          <p:nvPr/>
        </p:nvGrpSpPr>
        <p:grpSpPr>
          <a:xfrm>
            <a:off x="6986554" y="2524834"/>
            <a:ext cx="385560" cy="301320"/>
            <a:chOff x="6986554" y="2524834"/>
            <a:chExt cx="38556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F20CCE-45BA-1576-DA09-C26D52090E08}"/>
                    </a:ext>
                  </a:extLst>
                </p14:cNvPr>
                <p14:cNvContentPartPr/>
                <p14:nvPr/>
              </p14:nvContentPartPr>
              <p14:xfrm>
                <a:off x="6986554" y="2524834"/>
                <a:ext cx="244800" cy="199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4F20CCE-45BA-1576-DA09-C26D52090E08}"/>
                    </a:ext>
                  </a:extLst>
                </p:cNvPr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6977914" y="2516194"/>
                  <a:ext cx="262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547461-E957-4A39-9403-FD5289314569}"/>
                    </a:ext>
                  </a:extLst>
                </p14:cNvPr>
                <p14:cNvContentPartPr/>
                <p14:nvPr/>
              </p14:nvContentPartPr>
              <p14:xfrm>
                <a:off x="7249714" y="2525194"/>
                <a:ext cx="14760" cy="300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C547461-E957-4A39-9403-FD5289314569}"/>
                    </a:ext>
                  </a:extLst>
                </p:cNvPr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7240714" y="2516554"/>
                  <a:ext cx="324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3FE52EF-5DB3-A005-EA21-2D31D165F382}"/>
                    </a:ext>
                  </a:extLst>
                </p14:cNvPr>
                <p14:cNvContentPartPr/>
                <p14:nvPr/>
              </p14:nvContentPartPr>
              <p14:xfrm>
                <a:off x="7250794" y="2535634"/>
                <a:ext cx="121320" cy="112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3FE52EF-5DB3-A005-EA21-2D31D165F382}"/>
                    </a:ext>
                  </a:extLst>
                </p:cNvPr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7242154" y="2526994"/>
                  <a:ext cx="13896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8276AD7-142A-A3A0-8549-169890613DAE}"/>
                  </a:ext>
                </a:extLst>
              </p14:cNvPr>
              <p14:cNvContentPartPr/>
              <p14:nvPr/>
            </p14:nvContentPartPr>
            <p14:xfrm>
              <a:off x="7499914" y="2483434"/>
              <a:ext cx="250920" cy="261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8276AD7-142A-A3A0-8549-169890613DAE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7491274" y="2474794"/>
                <a:ext cx="2685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E9154B-BA2D-793F-B962-60EF1328F32B}"/>
                  </a:ext>
                </a:extLst>
              </p14:cNvPr>
              <p14:cNvContentPartPr/>
              <p14:nvPr/>
            </p14:nvContentPartPr>
            <p14:xfrm>
              <a:off x="10199914" y="1208314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0E9154B-BA2D-793F-B962-60EF1328F32B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191274" y="119931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2822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43999" y="381000"/>
            <a:ext cx="304800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In-kernel debugging:</a:t>
            </a:r>
          </a:p>
          <a:p>
            <a:r>
              <a:rPr lang="en-US" b="1" dirty="0">
                <a:solidFill>
                  <a:schemeClr val="bg1"/>
                </a:solidFill>
              </a:rPr>
              <a:t>mem2_init() calls CUDA functions.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It maps CPU and GPU memory. Normally, CPU and GPU appear to have the same address,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but in fact they have different addresses: a CPU address and a GPU address.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However, the CPU and GPU pointers reference the same data.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Therefore, when we update GPU data, CUDA refreshes the CPU data.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FD4B7F-885D-53B2-86D2-9F5E724097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7D2597-1CAC-F4A0-A44E-C7A2E6FFEFFF}"/>
                  </a:ext>
                </a:extLst>
              </p14:cNvPr>
              <p14:cNvContentPartPr/>
              <p14:nvPr/>
            </p14:nvContentPartPr>
            <p14:xfrm>
              <a:off x="2811240" y="2689860"/>
              <a:ext cx="16200" cy="495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D7D2597-1CAC-F4A0-A44E-C7A2E6FFEFF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02240" y="2680860"/>
                <a:ext cx="33840" cy="51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623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43999" y="389965"/>
            <a:ext cx="30480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In-kernel debugging: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We set a breakpoint, and when we click “Start CUDA Debugging” (red circle),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we can see values in the Watch, Memory, and Immediate windows.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When we want to view the image buffer, we need to inject code, as shown by the red line.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37561C-2C39-98A8-007A-E5AB9224CFAE}"/>
                  </a:ext>
                </a:extLst>
              </p14:cNvPr>
              <p14:cNvContentPartPr/>
              <p14:nvPr/>
            </p14:nvContentPartPr>
            <p14:xfrm>
              <a:off x="5699280" y="244800"/>
              <a:ext cx="428040" cy="27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837561C-2C39-98A8-007A-E5AB9224CFA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690280" y="235800"/>
                <a:ext cx="4456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62265E0-B5A8-0DCD-BD8F-CB7448823C0D}"/>
                  </a:ext>
                </a:extLst>
              </p14:cNvPr>
              <p14:cNvContentPartPr/>
              <p14:nvPr/>
            </p14:nvContentPartPr>
            <p14:xfrm>
              <a:off x="2894940" y="3520440"/>
              <a:ext cx="62280" cy="426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62265E0-B5A8-0DCD-BD8F-CB7448823C0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885940" y="3511440"/>
                <a:ext cx="7992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C2BA3C-12AA-5813-9E2D-1B7A8E43D460}"/>
                  </a:ext>
                </a:extLst>
              </p14:cNvPr>
              <p14:cNvContentPartPr/>
              <p14:nvPr/>
            </p14:nvContentPartPr>
            <p14:xfrm>
              <a:off x="2903220" y="4434840"/>
              <a:ext cx="360" cy="27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8C2BA3C-12AA-5813-9E2D-1B7A8E43D460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894220" y="4425840"/>
                <a:ext cx="18000" cy="2912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36442DA-ACA1-0549-F1C5-D1D11FD0E973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25180" y="-19049"/>
            <a:ext cx="9144000" cy="68581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A9EC2CA-2CEB-2A54-E59E-CB63B98618FB}"/>
                  </a:ext>
                </a:extLst>
              </p14:cNvPr>
              <p14:cNvContentPartPr/>
              <p14:nvPr/>
            </p14:nvContentPartPr>
            <p14:xfrm>
              <a:off x="5788905" y="208755"/>
              <a:ext cx="424080" cy="317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A9EC2CA-2CEB-2A54-E59E-CB63B98618FB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779905" y="200115"/>
                <a:ext cx="4417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C20FE29-CB46-484F-DAA7-62E47022B344}"/>
                  </a:ext>
                </a:extLst>
              </p14:cNvPr>
              <p14:cNvContentPartPr/>
              <p14:nvPr/>
            </p14:nvContentPartPr>
            <p14:xfrm>
              <a:off x="6133785" y="218835"/>
              <a:ext cx="266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C20FE29-CB46-484F-DAA7-62E47022B344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6124785" y="210195"/>
                <a:ext cx="442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12FCBAE-15F8-D8A3-D9B2-2F5B6F6F6A6A}"/>
                  </a:ext>
                </a:extLst>
              </p14:cNvPr>
              <p14:cNvContentPartPr/>
              <p14:nvPr/>
            </p14:nvContentPartPr>
            <p14:xfrm>
              <a:off x="2837625" y="3629115"/>
              <a:ext cx="48600" cy="343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2FCBAE-15F8-D8A3-D9B2-2F5B6F6F6A6A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828985" y="3620115"/>
                <a:ext cx="662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E56BE23-5414-6E17-A0A9-C09000698DF9}"/>
                  </a:ext>
                </a:extLst>
              </p14:cNvPr>
              <p14:cNvContentPartPr/>
              <p14:nvPr/>
            </p14:nvContentPartPr>
            <p14:xfrm>
              <a:off x="2828265" y="4400235"/>
              <a:ext cx="75240" cy="393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E56BE23-5414-6E17-A0A9-C09000698DF9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2819625" y="4391595"/>
                <a:ext cx="928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F721715-3487-F6A8-3E85-A07DFD2DFD53}"/>
                  </a:ext>
                </a:extLst>
              </p14:cNvPr>
              <p14:cNvContentPartPr/>
              <p14:nvPr/>
            </p14:nvContentPartPr>
            <p14:xfrm>
              <a:off x="-724215" y="463855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F721715-3487-F6A8-3E85-A07DFD2DFD53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-733215" y="46295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01FD670-6759-944A-864E-2ED7C8ED97D2}"/>
                  </a:ext>
                </a:extLst>
              </p14:cNvPr>
              <p14:cNvContentPartPr/>
              <p14:nvPr/>
            </p14:nvContentPartPr>
            <p14:xfrm>
              <a:off x="8305305" y="3190995"/>
              <a:ext cx="205920" cy="234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01FD670-6759-944A-864E-2ED7C8ED97D2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8296665" y="3181995"/>
                <a:ext cx="2235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A415047-1768-4FF6-03F9-3752D47C8727}"/>
                  </a:ext>
                </a:extLst>
              </p14:cNvPr>
              <p14:cNvContentPartPr/>
              <p14:nvPr/>
            </p14:nvContentPartPr>
            <p14:xfrm>
              <a:off x="8400705" y="4723875"/>
              <a:ext cx="284760" cy="209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A415047-1768-4FF6-03F9-3752D47C8727}"/>
                  </a:ext>
                </a:extLst>
              </p:cNvPr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8392065" y="4715235"/>
                <a:ext cx="302400" cy="22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708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05901" y="381000"/>
            <a:ext cx="28803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In-kernel debugging: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We check the GPU memory data.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 GPU address can be seen on the last page of the Watch window.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We can see that values 50, 100, and 200 have already been modified,</a:t>
            </a:r>
          </a:p>
          <a:p>
            <a:r>
              <a:rPr lang="en-US" b="1" dirty="0">
                <a:solidFill>
                  <a:schemeClr val="bg1"/>
                </a:solidFill>
              </a:rPr>
              <a:t>but 1 and 128 have not changed.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098A0A-D158-0EA1-6F0B-DA811F66347D}"/>
                  </a:ext>
                </a:extLst>
              </p14:cNvPr>
              <p14:cNvContentPartPr/>
              <p14:nvPr/>
            </p14:nvContentPartPr>
            <p14:xfrm>
              <a:off x="4019145" y="23619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D098A0A-D158-0EA1-6F0B-DA811F66347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010505" y="23529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B3B8AAC-070B-2DA9-3FA1-E1E2AB1A4B2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38099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491D32-67B9-2C99-2701-7C026716D4DA}"/>
                  </a:ext>
                </a:extLst>
              </p14:cNvPr>
              <p14:cNvContentPartPr/>
              <p14:nvPr/>
            </p14:nvContentPartPr>
            <p14:xfrm>
              <a:off x="4511896" y="5335766"/>
              <a:ext cx="20520" cy="50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E491D32-67B9-2C99-2701-7C026716D4DA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502896" y="5326766"/>
                <a:ext cx="38160" cy="51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8DE361B-5DDF-F00C-05F6-41CC71669006}"/>
              </a:ext>
            </a:extLst>
          </p:cNvPr>
          <p:cNvGrpSpPr/>
          <p:nvPr/>
        </p:nvGrpSpPr>
        <p:grpSpPr>
          <a:xfrm>
            <a:off x="5004016" y="3325526"/>
            <a:ext cx="544320" cy="419760"/>
            <a:chOff x="5004016" y="3325526"/>
            <a:chExt cx="54432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C87E39-4486-3816-5BAC-41E5EA84FA8E}"/>
                    </a:ext>
                  </a:extLst>
                </p14:cNvPr>
                <p14:cNvContentPartPr/>
                <p14:nvPr/>
              </p14:nvContentPartPr>
              <p14:xfrm>
                <a:off x="5004016" y="3325526"/>
                <a:ext cx="172800" cy="419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DC87E39-4486-3816-5BAC-41E5EA84FA8E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995016" y="3316886"/>
                  <a:ext cx="190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C021FD-A266-8BF0-A9AD-692BEB4B51FA}"/>
                    </a:ext>
                  </a:extLst>
                </p14:cNvPr>
                <p14:cNvContentPartPr/>
                <p14:nvPr/>
              </p14:nvContentPartPr>
              <p14:xfrm>
                <a:off x="5024176" y="3456566"/>
                <a:ext cx="16812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6C021FD-A266-8BF0-A9AD-692BEB4B51FA}"/>
                    </a:ext>
                  </a:extLst>
                </p:cNvPr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5015176" y="3447926"/>
                  <a:ext cx="185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6B0E8CF-EA12-8BCC-8FD1-4EF239D32354}"/>
                    </a:ext>
                  </a:extLst>
                </p14:cNvPr>
                <p14:cNvContentPartPr/>
                <p14:nvPr/>
              </p14:nvContentPartPr>
              <p14:xfrm>
                <a:off x="5316496" y="3435686"/>
                <a:ext cx="231840" cy="264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6B0E8CF-EA12-8BCC-8FD1-4EF239D32354}"/>
                    </a:ext>
                  </a:extLst>
                </p:cNvPr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5307496" y="3427046"/>
                  <a:ext cx="249480" cy="28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0CBE34C-C682-3D44-974C-ABD18278019F}"/>
                  </a:ext>
                </a:extLst>
              </p14:cNvPr>
              <p14:cNvContentPartPr/>
              <p14:nvPr/>
            </p14:nvContentPartPr>
            <p14:xfrm>
              <a:off x="2674096" y="4672286"/>
              <a:ext cx="89640" cy="177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0CBE34C-C682-3D44-974C-ABD18278019F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665456" y="4663646"/>
                <a:ext cx="1072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3E252F-C16C-FC7A-6F57-F778CA5B1377}"/>
                  </a:ext>
                </a:extLst>
              </p14:cNvPr>
              <p14:cNvContentPartPr/>
              <p14:nvPr/>
            </p14:nvContentPartPr>
            <p14:xfrm>
              <a:off x="2811976" y="4651406"/>
              <a:ext cx="159480" cy="190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83E252F-C16C-FC7A-6F57-F778CA5B1377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2803336" y="4642406"/>
                <a:ext cx="1771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02CE71-6746-84A7-AC3A-498774CC43B4}"/>
                  </a:ext>
                </a:extLst>
              </p14:cNvPr>
              <p14:cNvContentPartPr/>
              <p14:nvPr/>
            </p14:nvContentPartPr>
            <p14:xfrm>
              <a:off x="3044536" y="4622246"/>
              <a:ext cx="151560" cy="292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C02CE71-6746-84A7-AC3A-498774CC43B4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3035896" y="4613246"/>
                <a:ext cx="1692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B0C455-3484-92BC-1277-FB69800F0E65}"/>
                  </a:ext>
                </a:extLst>
              </p14:cNvPr>
              <p14:cNvContentPartPr/>
              <p14:nvPr/>
            </p14:nvContentPartPr>
            <p14:xfrm>
              <a:off x="2522176" y="3054446"/>
              <a:ext cx="52200" cy="432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AB0C455-3484-92BC-1277-FB69800F0E65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2513536" y="3045806"/>
                <a:ext cx="6984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781AD29-EF0D-9C6E-775E-B00487AF1DCF}"/>
                  </a:ext>
                </a:extLst>
              </p14:cNvPr>
              <p14:cNvContentPartPr/>
              <p14:nvPr/>
            </p14:nvContentPartPr>
            <p14:xfrm>
              <a:off x="2663656" y="3043646"/>
              <a:ext cx="232920" cy="25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781AD29-EF0D-9C6E-775E-B00487AF1DCF}"/>
                  </a:ext>
                </a:extLst>
              </p:cNvPr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2654656" y="3034646"/>
                <a:ext cx="2505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78B896-CEF6-64B9-9A17-34C8F2125836}"/>
                  </a:ext>
                </a:extLst>
              </p14:cNvPr>
              <p14:cNvContentPartPr/>
              <p14:nvPr/>
            </p14:nvContentPartPr>
            <p14:xfrm>
              <a:off x="2975416" y="3094406"/>
              <a:ext cx="253080" cy="222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A78B896-CEF6-64B9-9A17-34C8F2125836}"/>
                  </a:ext>
                </a:extLst>
              </p:cNvPr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966416" y="3085406"/>
                <a:ext cx="270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1382279-D95C-F1E4-92F2-595707135DC8}"/>
                  </a:ext>
                </a:extLst>
              </p14:cNvPr>
              <p14:cNvContentPartPr/>
              <p14:nvPr/>
            </p14:nvContentPartPr>
            <p14:xfrm>
              <a:off x="2301136" y="2229326"/>
              <a:ext cx="184320" cy="203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1382279-D95C-F1E4-92F2-595707135DC8}"/>
                  </a:ext>
                </a:extLst>
              </p:cNvPr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2292136" y="2220686"/>
                <a:ext cx="201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F437402-4EFF-DCF8-2AC2-ADF00A435909}"/>
                  </a:ext>
                </a:extLst>
              </p14:cNvPr>
              <p14:cNvContentPartPr/>
              <p14:nvPr/>
            </p14:nvContentPartPr>
            <p14:xfrm>
              <a:off x="2667256" y="2140406"/>
              <a:ext cx="249840" cy="202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F437402-4EFF-DCF8-2AC2-ADF00A435909}"/>
                  </a:ext>
                </a:extLst>
              </p:cNvPr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2658256" y="2131766"/>
                <a:ext cx="2674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D41D4A7-9DA1-C87F-BADD-403FFD3C8519}"/>
                  </a:ext>
                </a:extLst>
              </p14:cNvPr>
              <p14:cNvContentPartPr/>
              <p14:nvPr/>
            </p14:nvContentPartPr>
            <p14:xfrm>
              <a:off x="3002776" y="2091806"/>
              <a:ext cx="133920" cy="280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D41D4A7-9DA1-C87F-BADD-403FFD3C8519}"/>
                  </a:ext>
                </a:extLst>
              </p:cNvPr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2994136" y="2082806"/>
                <a:ext cx="151560" cy="2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4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43999" y="398930"/>
            <a:ext cx="297431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In-kernel debugging: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Sometimes stepping over functions at breakpoints is not good for GPU debugging.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 debugger may enter the mem2 function and get stuck in loops.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This is very bad, so using #define is a better approach.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Honestly, Linux debugging is much better than Windows Visual Studio debugging.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466097-2ABC-248D-4714-D27E897FCAD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3C214E-CD70-CAD0-3336-5C9CB91261AB}"/>
                  </a:ext>
                </a:extLst>
              </p14:cNvPr>
              <p14:cNvContentPartPr/>
              <p14:nvPr/>
            </p14:nvContentPartPr>
            <p14:xfrm>
              <a:off x="2681395" y="1728206"/>
              <a:ext cx="142920" cy="1766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93C214E-CD70-CAD0-3336-5C9CB91261AB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72755" y="1719566"/>
                <a:ext cx="160560" cy="178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300C4E-0FD0-D0AC-2749-D223FFBFD89A}"/>
                  </a:ext>
                </a:extLst>
              </p14:cNvPr>
              <p14:cNvContentPartPr/>
              <p14:nvPr/>
            </p14:nvContentPartPr>
            <p14:xfrm>
              <a:off x="2691835" y="3938966"/>
              <a:ext cx="59400" cy="81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8300C4E-0FD0-D0AC-2749-D223FFBFD89A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82835" y="3930326"/>
                <a:ext cx="77040" cy="83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84B9F4-C0E4-B2EB-5628-7B2BC4E6895A}"/>
                  </a:ext>
                </a:extLst>
              </p14:cNvPr>
              <p14:cNvContentPartPr/>
              <p14:nvPr/>
            </p14:nvContentPartPr>
            <p14:xfrm>
              <a:off x="-1286525" y="5416046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C84B9F4-C0E4-B2EB-5628-7B2BC4E6895A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-1295525" y="540704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8561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43999" y="381000"/>
            <a:ext cx="28422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We copy the result from the GPU to the CPU</a:t>
            </a:r>
          </a:p>
          <a:p>
            <a:r>
              <a:rPr lang="en-US" b="1" dirty="0">
                <a:solidFill>
                  <a:schemeClr val="bg1"/>
                </a:solidFill>
              </a:rPr>
              <a:t>and save the input and output to files.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We can use MATLAB to read the </a:t>
            </a:r>
            <a:r>
              <a:rPr lang="en-US" b="1" dirty="0" err="1">
                <a:solidFill>
                  <a:schemeClr val="bg1"/>
                </a:solidFill>
              </a:rPr>
              <a:t>outputImg</a:t>
            </a:r>
            <a:r>
              <a:rPr lang="en-US" b="1" dirty="0">
                <a:solidFill>
                  <a:schemeClr val="bg1"/>
                </a:solidFill>
              </a:rPr>
              <a:t> memory.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A8397D-EC50-5A0C-8DBB-851122AE7B54}"/>
                  </a:ext>
                </a:extLst>
              </p14:cNvPr>
              <p14:cNvContentPartPr/>
              <p14:nvPr/>
            </p14:nvContentPartPr>
            <p14:xfrm>
              <a:off x="3748075" y="322544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9A8397D-EC50-5A0C-8DBB-851122AE7B5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739075" y="321680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97C5FB-27B3-EBA1-BF57-F59680432D9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20096"/>
            <a:ext cx="9144000" cy="68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66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9105900" y="381000"/>
            <a:ext cx="30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This is the program result.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D5B88-D723-B4E3-5246-E25DF93A412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1774" y="-20095"/>
            <a:ext cx="9144000" cy="68780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631B7AD-5BA7-406E-8EDC-D0CAF5655E13}"/>
              </a:ext>
            </a:extLst>
          </p:cNvPr>
          <p:cNvGrpSpPr/>
          <p:nvPr/>
        </p:nvGrpSpPr>
        <p:grpSpPr>
          <a:xfrm>
            <a:off x="3815331" y="4221154"/>
            <a:ext cx="572400" cy="570600"/>
            <a:chOff x="3815331" y="4221154"/>
            <a:chExt cx="57240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13C875-8D87-ED70-23E6-A982A9B0B81F}"/>
                    </a:ext>
                  </a:extLst>
                </p14:cNvPr>
                <p14:cNvContentPartPr/>
                <p14:nvPr/>
              </p14:nvContentPartPr>
              <p14:xfrm>
                <a:off x="3815331" y="4353994"/>
                <a:ext cx="242640" cy="437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E13C875-8D87-ED70-23E6-A982A9B0B81F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806691" y="4345354"/>
                  <a:ext cx="2602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30AAB26-C6FA-4479-66BE-6E82C8B913F2}"/>
                    </a:ext>
                  </a:extLst>
                </p14:cNvPr>
                <p14:cNvContentPartPr/>
                <p14:nvPr/>
              </p14:nvContentPartPr>
              <p14:xfrm>
                <a:off x="3875451" y="4419514"/>
                <a:ext cx="1731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30AAB26-C6FA-4479-66BE-6E82C8B913F2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3866451" y="4410514"/>
                  <a:ext cx="190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EF683F-8308-1066-9E75-35D432704801}"/>
                    </a:ext>
                  </a:extLst>
                </p14:cNvPr>
                <p14:cNvContentPartPr/>
                <p14:nvPr/>
              </p14:nvContentPartPr>
              <p14:xfrm>
                <a:off x="4136451" y="4221154"/>
                <a:ext cx="251280" cy="473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8EF683F-8308-1066-9E75-35D432704801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127811" y="4212514"/>
                  <a:ext cx="268920" cy="49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E2DEA4-F95D-CD44-CE24-5EC110BA6136}"/>
                  </a:ext>
                </a:extLst>
              </p14:cNvPr>
              <p14:cNvContentPartPr/>
              <p14:nvPr/>
            </p14:nvContentPartPr>
            <p14:xfrm>
              <a:off x="2545611" y="3015514"/>
              <a:ext cx="34560" cy="435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5E2DEA4-F95D-CD44-CE24-5EC110BA6136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536611" y="3006514"/>
                <a:ext cx="5220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15549D-851E-C56D-9282-3FB5C9A0F455}"/>
                  </a:ext>
                </a:extLst>
              </p14:cNvPr>
              <p14:cNvContentPartPr/>
              <p14:nvPr/>
            </p14:nvContentPartPr>
            <p14:xfrm>
              <a:off x="2709051" y="3079594"/>
              <a:ext cx="221760" cy="232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F15549D-851E-C56D-9282-3FB5C9A0F455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700411" y="3070594"/>
                <a:ext cx="2394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916A1E-A466-0F7E-BB0F-F5526D594A08}"/>
                  </a:ext>
                </a:extLst>
              </p14:cNvPr>
              <p14:cNvContentPartPr/>
              <p14:nvPr/>
            </p14:nvContentPartPr>
            <p14:xfrm>
              <a:off x="3040971" y="3091114"/>
              <a:ext cx="183240" cy="230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A916A1E-A466-0F7E-BB0F-F5526D594A08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3031971" y="3082474"/>
                <a:ext cx="2008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F26BE2C-FBDE-FDCE-D8B4-FDF9863C5B1A}"/>
                  </a:ext>
                </a:extLst>
              </p14:cNvPr>
              <p14:cNvContentPartPr/>
              <p14:nvPr/>
            </p14:nvContentPartPr>
            <p14:xfrm>
              <a:off x="2405571" y="2210194"/>
              <a:ext cx="304200" cy="270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F26BE2C-FBDE-FDCE-D8B4-FDF9863C5B1A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2396571" y="2201194"/>
                <a:ext cx="3218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21C4F55-CB92-1A0A-0D48-D4612798538E}"/>
                  </a:ext>
                </a:extLst>
              </p14:cNvPr>
              <p14:cNvContentPartPr/>
              <p14:nvPr/>
            </p14:nvContentPartPr>
            <p14:xfrm>
              <a:off x="2785731" y="2131714"/>
              <a:ext cx="185760" cy="28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21C4F55-CB92-1A0A-0D48-D4612798538E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2776731" y="2122714"/>
                <a:ext cx="2034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FA10CF6-1D52-35BD-051D-A1313241D623}"/>
                  </a:ext>
                </a:extLst>
              </p14:cNvPr>
              <p14:cNvContentPartPr/>
              <p14:nvPr/>
            </p14:nvContentPartPr>
            <p14:xfrm>
              <a:off x="3113331" y="2100394"/>
              <a:ext cx="253080" cy="27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FA10CF6-1D52-35BD-051D-A1313241D623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3104331" y="2091394"/>
                <a:ext cx="270720" cy="2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683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75CF6-383F-B4D2-EF57-7C089450F518}"/>
              </a:ext>
            </a:extLst>
          </p:cNvPr>
          <p:cNvSpPr txBox="1"/>
          <p:nvPr/>
        </p:nvSpPr>
        <p:spPr>
          <a:xfrm>
            <a:off x="772886" y="381000"/>
            <a:ext cx="112133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Good:</a:t>
            </a:r>
          </a:p>
          <a:p>
            <a:r>
              <a:rPr lang="en-US" b="1" dirty="0">
                <a:solidFill>
                  <a:schemeClr val="bg1"/>
                </a:solidFill>
              </a:rPr>
              <a:t>We can check GPU memory and analyze GPU data inside the kernel function.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Bad:</a:t>
            </a:r>
          </a:p>
          <a:p>
            <a:r>
              <a:rPr lang="en-US" b="1" dirty="0">
                <a:solidFill>
                  <a:schemeClr val="bg1"/>
                </a:solidFill>
              </a:rPr>
              <a:t>We need to inject code into the kernel function.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SourceCode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  <a:p>
            <a:r>
              <a:rPr lang="en-US" b="1" dirty="0">
                <a:solidFill>
                  <a:schemeClr val="bg1"/>
                </a:solidFill>
                <a:hlinkClick r:id="rId2"/>
              </a:rPr>
              <a:t>https://github.com/TopDebug/2601A-Debug-GPU-kernel-on-windows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Questions? </a:t>
            </a:r>
            <a:r>
              <a:rPr lang="en-US" b="1">
                <a:solidFill>
                  <a:schemeClr val="bg1"/>
                </a:solidFill>
              </a:rPr>
              <a:t>mingjie2028@gmail.com</a:t>
            </a:r>
            <a:endParaRPr 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F0F91D-C377-D4AE-C150-004887C1AF3D}"/>
                  </a:ext>
                </a:extLst>
              </p14:cNvPr>
              <p14:cNvContentPartPr/>
              <p14:nvPr/>
            </p14:nvContentPartPr>
            <p14:xfrm>
              <a:off x="9785931" y="281931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2F0F91D-C377-D4AE-C150-004887C1AF3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777291" y="28106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04D725-FB12-198B-54F9-C58D272D4086}"/>
                  </a:ext>
                </a:extLst>
              </p14:cNvPr>
              <p14:cNvContentPartPr/>
              <p14:nvPr/>
            </p14:nvContentPartPr>
            <p14:xfrm>
              <a:off x="9927411" y="208995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B04D725-FB12-198B-54F9-C58D272D4086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918771" y="208131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797574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439</TotalTime>
  <Words>462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Mingjie Zhang</dc:creator>
  <cp:lastModifiedBy>Mingjie Zhang</cp:lastModifiedBy>
  <cp:revision>21</cp:revision>
  <dcterms:created xsi:type="dcterms:W3CDTF">2026-01-11T02:56:20Z</dcterms:created>
  <dcterms:modified xsi:type="dcterms:W3CDTF">2026-01-14T02:12:52Z</dcterms:modified>
</cp:coreProperties>
</file>